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8" r:id="rId5"/>
    <p:sldMasterId id="2147483689" r:id="rId6"/>
    <p:sldMasterId id="2147483690"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Lst>
  <p:sldSz cy="5143500" cx="9144000"/>
  <p:notesSz cx="6858000" cy="9144000"/>
  <p:embeddedFontLst>
    <p:embeddedFont>
      <p:font typeface="Roboto Slab"/>
      <p:regular r:id="rId47"/>
      <p:bold r:id="rId48"/>
    </p:embeddedFont>
    <p:embeddedFont>
      <p:font typeface="Pinyon Script"/>
      <p:regular r:id="rId49"/>
    </p:embeddedFont>
    <p:embeddedFont>
      <p:font typeface="Roboto"/>
      <p:regular r:id="rId50"/>
      <p:bold r:id="rId51"/>
      <p:italic r:id="rId52"/>
      <p:boldItalic r:id="rId53"/>
    </p:embeddedFont>
    <p:embeddedFont>
      <p:font typeface="Playfair Display"/>
      <p:regular r:id="rId54"/>
      <p:bold r:id="rId55"/>
      <p:italic r:id="rId56"/>
      <p:boldItalic r:id="rId57"/>
    </p:embeddedFont>
    <p:embeddedFont>
      <p:font typeface="Lato"/>
      <p:regular r:id="rId58"/>
      <p:bold r:id="rId59"/>
      <p:italic r:id="rId60"/>
      <p:boldItalic r:id="rId61"/>
    </p:embeddedFont>
    <p:embeddedFont>
      <p:font typeface="Great Vibes"/>
      <p:regular r:id="rId62"/>
    </p:embeddedFont>
    <p:embeddedFont>
      <p:font typeface="Corbel"/>
      <p:regular r:id="rId63"/>
      <p:bold r:id="rId64"/>
      <p:italic r:id="rId65"/>
      <p:boldItalic r:id="rId66"/>
    </p:embeddedFont>
    <p:embeddedFont>
      <p:font typeface="Lexend Deca"/>
      <p:regular r:id="rId67"/>
      <p:bold r:id="rId6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guide id="3" pos="180">
          <p15:clr>
            <a:srgbClr val="9AA0A6"/>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Siting Zhou"/>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 pos="1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1.xml"/><Relationship Id="rId48" Type="http://schemas.openxmlformats.org/officeDocument/2006/relationships/font" Target="fonts/RobotoSlab-bold.fntdata"/><Relationship Id="rId47" Type="http://schemas.openxmlformats.org/officeDocument/2006/relationships/font" Target="fonts/RobotoSlab-regular.fntdata"/><Relationship Id="rId49" Type="http://schemas.openxmlformats.org/officeDocument/2006/relationships/font" Target="fonts/PinyonScript-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62" Type="http://schemas.openxmlformats.org/officeDocument/2006/relationships/font" Target="fonts/GreatVibes-regular.fntdata"/><Relationship Id="rId61" Type="http://schemas.openxmlformats.org/officeDocument/2006/relationships/font" Target="fonts/Lato-boldItalic.fntdata"/><Relationship Id="rId20" Type="http://schemas.openxmlformats.org/officeDocument/2006/relationships/slide" Target="slides/slide12.xml"/><Relationship Id="rId64" Type="http://schemas.openxmlformats.org/officeDocument/2006/relationships/font" Target="fonts/Corbel-bold.fntdata"/><Relationship Id="rId63" Type="http://schemas.openxmlformats.org/officeDocument/2006/relationships/font" Target="fonts/Corbel-regular.fntdata"/><Relationship Id="rId22" Type="http://schemas.openxmlformats.org/officeDocument/2006/relationships/slide" Target="slides/slide14.xml"/><Relationship Id="rId66" Type="http://schemas.openxmlformats.org/officeDocument/2006/relationships/font" Target="fonts/Corbel-boldItalic.fntdata"/><Relationship Id="rId21" Type="http://schemas.openxmlformats.org/officeDocument/2006/relationships/slide" Target="slides/slide13.xml"/><Relationship Id="rId65" Type="http://schemas.openxmlformats.org/officeDocument/2006/relationships/font" Target="fonts/Corbel-italic.fntdata"/><Relationship Id="rId24" Type="http://schemas.openxmlformats.org/officeDocument/2006/relationships/slide" Target="slides/slide16.xml"/><Relationship Id="rId68" Type="http://schemas.openxmlformats.org/officeDocument/2006/relationships/font" Target="fonts/LexendDeca-bold.fntdata"/><Relationship Id="rId23" Type="http://schemas.openxmlformats.org/officeDocument/2006/relationships/slide" Target="slides/slide15.xml"/><Relationship Id="rId67" Type="http://schemas.openxmlformats.org/officeDocument/2006/relationships/font" Target="fonts/LexendDeca-regular.fntdata"/><Relationship Id="rId60" Type="http://schemas.openxmlformats.org/officeDocument/2006/relationships/font" Target="fonts/Lato-italic.fntdata"/><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font" Target="fonts/Roboto-bold.fntdata"/><Relationship Id="rId50" Type="http://schemas.openxmlformats.org/officeDocument/2006/relationships/font" Target="fonts/Roboto-regular.fntdata"/><Relationship Id="rId53" Type="http://schemas.openxmlformats.org/officeDocument/2006/relationships/font" Target="fonts/Roboto-boldItalic.fntdata"/><Relationship Id="rId52" Type="http://schemas.openxmlformats.org/officeDocument/2006/relationships/font" Target="fonts/Roboto-italic.fntdata"/><Relationship Id="rId11" Type="http://schemas.openxmlformats.org/officeDocument/2006/relationships/slide" Target="slides/slide3.xml"/><Relationship Id="rId55" Type="http://schemas.openxmlformats.org/officeDocument/2006/relationships/font" Target="fonts/PlayfairDisplay-bold.fntdata"/><Relationship Id="rId10" Type="http://schemas.openxmlformats.org/officeDocument/2006/relationships/slide" Target="slides/slide2.xml"/><Relationship Id="rId54" Type="http://schemas.openxmlformats.org/officeDocument/2006/relationships/font" Target="fonts/PlayfairDisplay-regular.fntdata"/><Relationship Id="rId13" Type="http://schemas.openxmlformats.org/officeDocument/2006/relationships/slide" Target="slides/slide5.xml"/><Relationship Id="rId57" Type="http://schemas.openxmlformats.org/officeDocument/2006/relationships/font" Target="fonts/PlayfairDisplay-boldItalic.fntdata"/><Relationship Id="rId12" Type="http://schemas.openxmlformats.org/officeDocument/2006/relationships/slide" Target="slides/slide4.xml"/><Relationship Id="rId56" Type="http://schemas.openxmlformats.org/officeDocument/2006/relationships/font" Target="fonts/PlayfairDisplay-italic.fntdata"/><Relationship Id="rId15" Type="http://schemas.openxmlformats.org/officeDocument/2006/relationships/slide" Target="slides/slide7.xml"/><Relationship Id="rId59" Type="http://schemas.openxmlformats.org/officeDocument/2006/relationships/font" Target="fonts/Lato-bold.fntdata"/><Relationship Id="rId14" Type="http://schemas.openxmlformats.org/officeDocument/2006/relationships/slide" Target="slides/slide6.xml"/><Relationship Id="rId58" Type="http://schemas.openxmlformats.org/officeDocument/2006/relationships/font" Target="fonts/Lato-regular.fntdata"/><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6-13T01:59:55.049">
    <p:pos x="0" y="0"/>
    <p:text>@georgelu777@gmail.com,
@glu777@yahoo.com
_Assigned to georgelu777@gmail.com_</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1fa3670122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1fa3670122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e49b40eb3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e49b40eb3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e61ede24d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e61ede24d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7f239fd616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7f239fd616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中文, 英文</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573d5f2615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573d5f2615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ebdbaa5558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ebdbaa5558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7f239fd616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7f239fd616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2e3295d8cbe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2e3295d8cbe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1e3a5625b3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1e3a5625b3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8ba7bb012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8ba7bb012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dedbf945b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dedbf945b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dedbf945b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dedbf945b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131436a82f6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131436a82f6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e3fa1952e6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ge3fa1952e6_1_0:notes"/>
          <p:cNvSpPr/>
          <p:nvPr>
            <p:ph idx="2" type="sldImg"/>
          </p:nvPr>
        </p:nvSpPr>
        <p:spPr>
          <a:xfrm>
            <a:off x="400396" y="685561"/>
            <a:ext cx="6057300" cy="3429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18ae0fb37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18ae0fb37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dd62aaab24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dd62aaab24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211640c934f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211640c934f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e051c04c1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e051c04c1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000">
                <a:solidFill>
                  <a:srgbClr val="232333"/>
                </a:solidFill>
              </a:rPr>
              <a:t>愛 給予 饒恕 和好</a:t>
            </a:r>
            <a:endParaRPr sz="1000">
              <a:solidFill>
                <a:srgbClr val="232333"/>
              </a:solidFill>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922afaf7cb_3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3922afaf7cb_3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2e6058aabd5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2e6058aabd5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250986cf74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250986cf74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449115661b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3449115661b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708da162462ef9fd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708da162462ef9fd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e8baa6618b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3e8baa6618b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b6137d9fb4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3b6137d9fb4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e29a4a8713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3e29a4a8713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d00e339af0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3d00e339af0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18ffca503c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18ffca503c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36133b2c8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336133b2c8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e4470b3ae5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3e4470b3ae5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1283e12516e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1283e12516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22e55902e3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22e55902e3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238c9ec5dd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238c9ec5dd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bb3b2f441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3bb3b2f441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2053af7595f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2053af7595f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24043c1d96f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24043c1d96f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722d997e18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g722d997e18_1_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2e8b8a69bcb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2e8b8a69bcb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586721" y="0"/>
            <a:ext cx="7970700" cy="6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586721" y="5076900"/>
            <a:ext cx="7970700" cy="66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 name="Google Shape;12;p2"/>
          <p:cNvCxnSpPr/>
          <p:nvPr/>
        </p:nvCxnSpPr>
        <p:spPr>
          <a:xfrm>
            <a:off x="733219" y="2235351"/>
            <a:ext cx="385200" cy="0"/>
          </a:xfrm>
          <a:prstGeom prst="straightConnector1">
            <a:avLst/>
          </a:prstGeom>
          <a:noFill/>
          <a:ln cap="flat" cmpd="sng" w="28575">
            <a:solidFill>
              <a:schemeClr val="dk1"/>
            </a:solidFill>
            <a:prstDash val="solid"/>
            <a:round/>
            <a:headEnd len="sm" w="sm" type="none"/>
            <a:tailEnd len="sm" w="sm" type="none"/>
          </a:ln>
        </p:spPr>
      </p:cxnSp>
      <p:sp>
        <p:nvSpPr>
          <p:cNvPr id="13" name="Google Shape;13;p2"/>
          <p:cNvSpPr txBox="1"/>
          <p:nvPr>
            <p:ph type="ctrTitle"/>
          </p:nvPr>
        </p:nvSpPr>
        <p:spPr>
          <a:xfrm>
            <a:off x="630600" y="136800"/>
            <a:ext cx="7893000" cy="1853700"/>
          </a:xfrm>
          <a:prstGeom prst="rect">
            <a:avLst/>
          </a:prstGeom>
        </p:spPr>
        <p:txBody>
          <a:bodyPr anchorCtr="0" anchor="b" bIns="91425" lIns="91425" spcFirstLastPara="1" rIns="91425" wrap="square" tIns="91425">
            <a:noAutofit/>
          </a:bodyPr>
          <a:lstStyle>
            <a:lvl1pPr lvl="0">
              <a:spcBef>
                <a:spcPts val="1000"/>
              </a:spcBef>
              <a:spcAft>
                <a:spcPts val="0"/>
              </a:spcAft>
              <a:buSzPts val="4800"/>
              <a:buNone/>
              <a:defRPr sz="4800"/>
            </a:lvl1pPr>
            <a:lvl2pPr lvl="1">
              <a:spcBef>
                <a:spcPts val="1000"/>
              </a:spcBef>
              <a:spcAft>
                <a:spcPts val="0"/>
              </a:spcAft>
              <a:buSzPts val="4800"/>
              <a:buNone/>
              <a:defRPr sz="4800"/>
            </a:lvl2pPr>
            <a:lvl3pPr lvl="2">
              <a:spcBef>
                <a:spcPts val="1000"/>
              </a:spcBef>
              <a:spcAft>
                <a:spcPts val="0"/>
              </a:spcAft>
              <a:buSzPts val="4800"/>
              <a:buNone/>
              <a:defRPr sz="4800"/>
            </a:lvl3pPr>
            <a:lvl4pPr lvl="3">
              <a:spcBef>
                <a:spcPts val="1000"/>
              </a:spcBef>
              <a:spcAft>
                <a:spcPts val="0"/>
              </a:spcAft>
              <a:buSzPts val="4800"/>
              <a:buNone/>
              <a:defRPr sz="4800"/>
            </a:lvl4pPr>
            <a:lvl5pPr lvl="4">
              <a:spcBef>
                <a:spcPts val="1000"/>
              </a:spcBef>
              <a:spcAft>
                <a:spcPts val="0"/>
              </a:spcAft>
              <a:buSzPts val="4800"/>
              <a:buNone/>
              <a:defRPr sz="4800"/>
            </a:lvl5pPr>
            <a:lvl6pPr lvl="5">
              <a:spcBef>
                <a:spcPts val="1000"/>
              </a:spcBef>
              <a:spcAft>
                <a:spcPts val="0"/>
              </a:spcAft>
              <a:buSzPts val="4800"/>
              <a:buNone/>
              <a:defRPr sz="4800"/>
            </a:lvl6pPr>
            <a:lvl7pPr lvl="6">
              <a:spcBef>
                <a:spcPts val="1000"/>
              </a:spcBef>
              <a:spcAft>
                <a:spcPts val="0"/>
              </a:spcAft>
              <a:buSzPts val="4800"/>
              <a:buNone/>
              <a:defRPr sz="4800"/>
            </a:lvl7pPr>
            <a:lvl8pPr lvl="7">
              <a:spcBef>
                <a:spcPts val="1000"/>
              </a:spcBef>
              <a:spcAft>
                <a:spcPts val="0"/>
              </a:spcAft>
              <a:buSzPts val="4800"/>
              <a:buNone/>
              <a:defRPr sz="4800"/>
            </a:lvl8pPr>
            <a:lvl9pPr lvl="8">
              <a:spcBef>
                <a:spcPts val="1000"/>
              </a:spcBef>
              <a:spcAft>
                <a:spcPts val="0"/>
              </a:spcAft>
              <a:buSzPts val="4800"/>
              <a:buNone/>
              <a:defRPr sz="4800"/>
            </a:lvl9pPr>
          </a:lstStyle>
          <a:p/>
        </p:txBody>
      </p:sp>
      <p:sp>
        <p:nvSpPr>
          <p:cNvPr id="14" name="Google Shape;14;p2"/>
          <p:cNvSpPr txBox="1"/>
          <p:nvPr>
            <p:ph idx="1" type="subTitle"/>
          </p:nvPr>
        </p:nvSpPr>
        <p:spPr>
          <a:xfrm>
            <a:off x="630600" y="3228375"/>
            <a:ext cx="7893000" cy="1274100"/>
          </a:xfrm>
          <a:prstGeom prst="rect">
            <a:avLst/>
          </a:prstGeom>
        </p:spPr>
        <p:txBody>
          <a:bodyPr anchorCtr="0" anchor="b" bIns="91425" lIns="91425" spcFirstLastPara="1" rIns="91425" wrap="square" tIns="91425">
            <a:noAutofit/>
          </a:bodyPr>
          <a:lstStyle>
            <a:lvl1pPr lvl="0">
              <a:lnSpc>
                <a:spcPct val="100000"/>
              </a:lnSpc>
              <a:spcBef>
                <a:spcPts val="1000"/>
              </a:spcBef>
              <a:spcAft>
                <a:spcPts val="0"/>
              </a:spcAft>
              <a:buClr>
                <a:schemeClr val="accent6"/>
              </a:buClr>
              <a:buSzPts val="2400"/>
              <a:buNone/>
              <a:defRPr sz="2400">
                <a:solidFill>
                  <a:schemeClr val="accent6"/>
                </a:solidFill>
              </a:defRPr>
            </a:lvl1pPr>
            <a:lvl2pPr lvl="1">
              <a:lnSpc>
                <a:spcPct val="100000"/>
              </a:lnSpc>
              <a:spcBef>
                <a:spcPts val="1000"/>
              </a:spcBef>
              <a:spcAft>
                <a:spcPts val="0"/>
              </a:spcAft>
              <a:buClr>
                <a:schemeClr val="accent6"/>
              </a:buClr>
              <a:buSzPts val="2400"/>
              <a:buNone/>
              <a:defRPr sz="2400">
                <a:solidFill>
                  <a:schemeClr val="accent6"/>
                </a:solidFill>
              </a:defRPr>
            </a:lvl2pPr>
            <a:lvl3pPr lvl="2">
              <a:lnSpc>
                <a:spcPct val="100000"/>
              </a:lnSpc>
              <a:spcBef>
                <a:spcPts val="1000"/>
              </a:spcBef>
              <a:spcAft>
                <a:spcPts val="0"/>
              </a:spcAft>
              <a:buClr>
                <a:schemeClr val="accent6"/>
              </a:buClr>
              <a:buSzPts val="2400"/>
              <a:buNone/>
              <a:defRPr sz="2400">
                <a:solidFill>
                  <a:schemeClr val="accent6"/>
                </a:solidFill>
              </a:defRPr>
            </a:lvl3pPr>
            <a:lvl4pPr lvl="3">
              <a:lnSpc>
                <a:spcPct val="100000"/>
              </a:lnSpc>
              <a:spcBef>
                <a:spcPts val="1000"/>
              </a:spcBef>
              <a:spcAft>
                <a:spcPts val="0"/>
              </a:spcAft>
              <a:buClr>
                <a:schemeClr val="accent6"/>
              </a:buClr>
              <a:buSzPts val="2400"/>
              <a:buNone/>
              <a:defRPr sz="2400">
                <a:solidFill>
                  <a:schemeClr val="accent6"/>
                </a:solidFill>
              </a:defRPr>
            </a:lvl4pPr>
            <a:lvl5pPr lvl="4">
              <a:lnSpc>
                <a:spcPct val="100000"/>
              </a:lnSpc>
              <a:spcBef>
                <a:spcPts val="1000"/>
              </a:spcBef>
              <a:spcAft>
                <a:spcPts val="0"/>
              </a:spcAft>
              <a:buClr>
                <a:schemeClr val="accent6"/>
              </a:buClr>
              <a:buSzPts val="2400"/>
              <a:buNone/>
              <a:defRPr sz="2400">
                <a:solidFill>
                  <a:schemeClr val="accent6"/>
                </a:solidFill>
              </a:defRPr>
            </a:lvl5pPr>
            <a:lvl6pPr lvl="5">
              <a:lnSpc>
                <a:spcPct val="100000"/>
              </a:lnSpc>
              <a:spcBef>
                <a:spcPts val="1000"/>
              </a:spcBef>
              <a:spcAft>
                <a:spcPts val="0"/>
              </a:spcAft>
              <a:buClr>
                <a:schemeClr val="accent6"/>
              </a:buClr>
              <a:buSzPts val="2400"/>
              <a:buNone/>
              <a:defRPr sz="2400">
                <a:solidFill>
                  <a:schemeClr val="accent6"/>
                </a:solidFill>
              </a:defRPr>
            </a:lvl6pPr>
            <a:lvl7pPr lvl="6">
              <a:lnSpc>
                <a:spcPct val="100000"/>
              </a:lnSpc>
              <a:spcBef>
                <a:spcPts val="1000"/>
              </a:spcBef>
              <a:spcAft>
                <a:spcPts val="0"/>
              </a:spcAft>
              <a:buClr>
                <a:schemeClr val="accent6"/>
              </a:buClr>
              <a:buSzPts val="2400"/>
              <a:buNone/>
              <a:defRPr sz="2400">
                <a:solidFill>
                  <a:schemeClr val="accent6"/>
                </a:solidFill>
              </a:defRPr>
            </a:lvl7pPr>
            <a:lvl8pPr lvl="7">
              <a:lnSpc>
                <a:spcPct val="100000"/>
              </a:lnSpc>
              <a:spcBef>
                <a:spcPts val="1000"/>
              </a:spcBef>
              <a:spcAft>
                <a:spcPts val="0"/>
              </a:spcAft>
              <a:buClr>
                <a:schemeClr val="accent6"/>
              </a:buClr>
              <a:buSzPts val="2400"/>
              <a:buNone/>
              <a:defRPr sz="2400">
                <a:solidFill>
                  <a:schemeClr val="accent6"/>
                </a:solidFill>
              </a:defRPr>
            </a:lvl8pPr>
            <a:lvl9pPr lvl="8">
              <a:lnSpc>
                <a:spcPct val="100000"/>
              </a:lnSpc>
              <a:spcBef>
                <a:spcPts val="1000"/>
              </a:spcBef>
              <a:spcAft>
                <a:spcPts val="0"/>
              </a:spcAft>
              <a:buClr>
                <a:schemeClr val="accent6"/>
              </a:buClr>
              <a:buSzPts val="2400"/>
              <a:buNone/>
              <a:defRPr sz="2400">
                <a:solidFill>
                  <a:schemeClr val="accent6"/>
                </a:solidFill>
              </a:defRPr>
            </a:lvl9pPr>
          </a:lstStyle>
          <a:p/>
        </p:txBody>
      </p:sp>
      <p:sp>
        <p:nvSpPr>
          <p:cNvPr id="15" name="Google Shape;15;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sp>
        <p:nvSpPr>
          <p:cNvPr id="17" name="Google Shape;17;p3"/>
          <p:cNvSpPr/>
          <p:nvPr/>
        </p:nvSpPr>
        <p:spPr>
          <a:xfrm>
            <a:off x="586721" y="5076900"/>
            <a:ext cx="7970700" cy="66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586721" y="0"/>
            <a:ext cx="7970700" cy="6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txBox="1"/>
          <p:nvPr>
            <p:ph type="title"/>
          </p:nvPr>
        </p:nvSpPr>
        <p:spPr>
          <a:xfrm>
            <a:off x="509550" y="1921350"/>
            <a:ext cx="8124900" cy="1300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0" name="Google Shape;20;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sp>
        <p:nvSpPr>
          <p:cNvPr id="22" name="Google Shape;22;p4"/>
          <p:cNvSpPr/>
          <p:nvPr/>
        </p:nvSpPr>
        <p:spPr>
          <a:xfrm>
            <a:off x="-125" y="5045700"/>
            <a:ext cx="9144000" cy="978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 name="Google Shape;23;p4"/>
          <p:cNvCxnSpPr/>
          <p:nvPr/>
        </p:nvCxnSpPr>
        <p:spPr>
          <a:xfrm>
            <a:off x="419425" y="1154195"/>
            <a:ext cx="385200" cy="0"/>
          </a:xfrm>
          <a:prstGeom prst="straightConnector1">
            <a:avLst/>
          </a:prstGeom>
          <a:noFill/>
          <a:ln cap="flat" cmpd="sng" w="28575">
            <a:solidFill>
              <a:schemeClr val="dk1"/>
            </a:solidFill>
            <a:prstDash val="solid"/>
            <a:round/>
            <a:headEnd len="sm" w="sm" type="none"/>
            <a:tailEnd len="sm" w="sm" type="none"/>
          </a:ln>
        </p:spPr>
      </p:cxnSp>
      <p:sp>
        <p:nvSpPr>
          <p:cNvPr id="24" name="Google Shape;24;p4"/>
          <p:cNvSpPr txBox="1"/>
          <p:nvPr>
            <p:ph type="title"/>
          </p:nvPr>
        </p:nvSpPr>
        <p:spPr>
          <a:xfrm>
            <a:off x="311700" y="372725"/>
            <a:ext cx="8520600" cy="6450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5" name="Google Shape;25;p4"/>
          <p:cNvSpPr txBox="1"/>
          <p:nvPr>
            <p:ph idx="1" type="body"/>
          </p:nvPr>
        </p:nvSpPr>
        <p:spPr>
          <a:xfrm>
            <a:off x="311700" y="1417800"/>
            <a:ext cx="8520600" cy="31509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6" name="Google Shape;26;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cxnSp>
        <p:nvCxnSpPr>
          <p:cNvPr id="28" name="Google Shape;28;p5"/>
          <p:cNvCxnSpPr/>
          <p:nvPr/>
        </p:nvCxnSpPr>
        <p:spPr>
          <a:xfrm>
            <a:off x="419425" y="1154195"/>
            <a:ext cx="385200" cy="0"/>
          </a:xfrm>
          <a:prstGeom prst="straightConnector1">
            <a:avLst/>
          </a:prstGeom>
          <a:noFill/>
          <a:ln cap="flat" cmpd="sng" w="28575">
            <a:solidFill>
              <a:schemeClr val="dk1"/>
            </a:solidFill>
            <a:prstDash val="solid"/>
            <a:round/>
            <a:headEnd len="sm" w="sm" type="none"/>
            <a:tailEnd len="sm" w="sm" type="none"/>
          </a:ln>
        </p:spPr>
      </p:cxnSp>
      <p:sp>
        <p:nvSpPr>
          <p:cNvPr id="29" name="Google Shape;29;p5"/>
          <p:cNvSpPr txBox="1"/>
          <p:nvPr>
            <p:ph type="title"/>
          </p:nvPr>
        </p:nvSpPr>
        <p:spPr>
          <a:xfrm>
            <a:off x="311700" y="372725"/>
            <a:ext cx="8520600" cy="6450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30" name="Google Shape;30;p5"/>
          <p:cNvSpPr txBox="1"/>
          <p:nvPr>
            <p:ph idx="1" type="body"/>
          </p:nvPr>
        </p:nvSpPr>
        <p:spPr>
          <a:xfrm>
            <a:off x="311700" y="1417950"/>
            <a:ext cx="3999900" cy="31509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5"/>
          <p:cNvSpPr txBox="1"/>
          <p:nvPr>
            <p:ph idx="2" type="body"/>
          </p:nvPr>
        </p:nvSpPr>
        <p:spPr>
          <a:xfrm>
            <a:off x="4832400" y="1417950"/>
            <a:ext cx="3999900" cy="31509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2" name="Google Shape;32;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p6"/>
          <p:cNvSpPr txBox="1"/>
          <p:nvPr>
            <p:ph type="title"/>
          </p:nvPr>
        </p:nvSpPr>
        <p:spPr>
          <a:xfrm>
            <a:off x="311700" y="372725"/>
            <a:ext cx="8520600" cy="6450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35" name="Google Shape;35;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cxnSp>
        <p:nvCxnSpPr>
          <p:cNvPr id="37" name="Google Shape;37;p7"/>
          <p:cNvCxnSpPr/>
          <p:nvPr/>
        </p:nvCxnSpPr>
        <p:spPr>
          <a:xfrm>
            <a:off x="411044" y="1417772"/>
            <a:ext cx="385200" cy="0"/>
          </a:xfrm>
          <a:prstGeom prst="straightConnector1">
            <a:avLst/>
          </a:prstGeom>
          <a:noFill/>
          <a:ln cap="flat" cmpd="sng" w="28575">
            <a:solidFill>
              <a:schemeClr val="dk1"/>
            </a:solidFill>
            <a:prstDash val="solid"/>
            <a:round/>
            <a:headEnd len="sm" w="sm" type="none"/>
            <a:tailEnd len="sm" w="sm" type="none"/>
          </a:ln>
        </p:spPr>
      </p:cxnSp>
      <p:sp>
        <p:nvSpPr>
          <p:cNvPr id="38" name="Google Shape;38;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9" name="Google Shape;39;p7"/>
          <p:cNvSpPr txBox="1"/>
          <p:nvPr>
            <p:ph idx="1" type="body"/>
          </p:nvPr>
        </p:nvSpPr>
        <p:spPr>
          <a:xfrm>
            <a:off x="311700" y="1640350"/>
            <a:ext cx="2808000" cy="2928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0" name="Google Shape;40;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1" name="Shape 41"/>
        <p:cNvGrpSpPr/>
        <p:nvPr/>
      </p:nvGrpSpPr>
      <p:grpSpPr>
        <a:xfrm>
          <a:off x="0" y="0"/>
          <a:ext cx="0" cy="0"/>
          <a:chOff x="0" y="0"/>
          <a:chExt cx="0" cy="0"/>
        </a:xfrm>
      </p:grpSpPr>
      <p:sp>
        <p:nvSpPr>
          <p:cNvPr id="42" name="Google Shape;42;p8"/>
          <p:cNvSpPr/>
          <p:nvPr/>
        </p:nvSpPr>
        <p:spPr>
          <a:xfrm>
            <a:off x="586721" y="0"/>
            <a:ext cx="7970700" cy="6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8"/>
          <p:cNvSpPr/>
          <p:nvPr/>
        </p:nvSpPr>
        <p:spPr>
          <a:xfrm>
            <a:off x="586721" y="5076900"/>
            <a:ext cx="7970700" cy="66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8"/>
          <p:cNvSpPr txBox="1"/>
          <p:nvPr>
            <p:ph type="title"/>
          </p:nvPr>
        </p:nvSpPr>
        <p:spPr>
          <a:xfrm>
            <a:off x="490250" y="526350"/>
            <a:ext cx="56187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45" name="Google Shape;45;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6" name="Shape 46"/>
        <p:cNvGrpSpPr/>
        <p:nvPr/>
      </p:nvGrpSpPr>
      <p:grpSpPr>
        <a:xfrm>
          <a:off x="0" y="0"/>
          <a:ext cx="0" cy="0"/>
          <a:chOff x="0" y="0"/>
          <a:chExt cx="0" cy="0"/>
        </a:xfrm>
      </p:grpSpPr>
      <p:sp>
        <p:nvSpPr>
          <p:cNvPr id="47" name="Google Shape;47;p9"/>
          <p:cNvSpPr/>
          <p:nvPr/>
        </p:nvSpPr>
        <p:spPr>
          <a:xfrm>
            <a:off x="4572000" y="-10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8" name="Google Shape;48;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9" name="Google Shape;49;p9"/>
          <p:cNvSpPr txBox="1"/>
          <p:nvPr>
            <p:ph type="title"/>
          </p:nvPr>
        </p:nvSpPr>
        <p:spPr>
          <a:xfrm>
            <a:off x="265500" y="1084625"/>
            <a:ext cx="4045200" cy="17070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0" name="Google Shape;50;p9"/>
          <p:cNvSpPr txBox="1"/>
          <p:nvPr>
            <p:ph idx="1" type="subTitle"/>
          </p:nvPr>
        </p:nvSpPr>
        <p:spPr>
          <a:xfrm>
            <a:off x="265500" y="2845200"/>
            <a:ext cx="4045200" cy="1421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accent6"/>
              </a:buClr>
              <a:buSzPts val="2100"/>
              <a:buNone/>
              <a:defRPr sz="2100">
                <a:solidFill>
                  <a:schemeClr val="accent6"/>
                </a:solidFill>
              </a:defRPr>
            </a:lvl1pPr>
            <a:lvl2pPr lvl="1" algn="ctr">
              <a:lnSpc>
                <a:spcPct val="100000"/>
              </a:lnSpc>
              <a:spcBef>
                <a:spcPts val="0"/>
              </a:spcBef>
              <a:spcAft>
                <a:spcPts val="0"/>
              </a:spcAft>
              <a:buClr>
                <a:schemeClr val="accent6"/>
              </a:buClr>
              <a:buSzPts val="2100"/>
              <a:buNone/>
              <a:defRPr sz="2100">
                <a:solidFill>
                  <a:schemeClr val="accent6"/>
                </a:solidFill>
              </a:defRPr>
            </a:lvl2pPr>
            <a:lvl3pPr lvl="2" algn="ctr">
              <a:lnSpc>
                <a:spcPct val="100000"/>
              </a:lnSpc>
              <a:spcBef>
                <a:spcPts val="0"/>
              </a:spcBef>
              <a:spcAft>
                <a:spcPts val="0"/>
              </a:spcAft>
              <a:buClr>
                <a:schemeClr val="accent6"/>
              </a:buClr>
              <a:buSzPts val="2100"/>
              <a:buNone/>
              <a:defRPr sz="2100">
                <a:solidFill>
                  <a:schemeClr val="accent6"/>
                </a:solidFill>
              </a:defRPr>
            </a:lvl3pPr>
            <a:lvl4pPr lvl="3" algn="ctr">
              <a:lnSpc>
                <a:spcPct val="100000"/>
              </a:lnSpc>
              <a:spcBef>
                <a:spcPts val="0"/>
              </a:spcBef>
              <a:spcAft>
                <a:spcPts val="0"/>
              </a:spcAft>
              <a:buClr>
                <a:schemeClr val="accent6"/>
              </a:buClr>
              <a:buSzPts val="2100"/>
              <a:buNone/>
              <a:defRPr sz="2100">
                <a:solidFill>
                  <a:schemeClr val="accent6"/>
                </a:solidFill>
              </a:defRPr>
            </a:lvl4pPr>
            <a:lvl5pPr lvl="4" algn="ctr">
              <a:lnSpc>
                <a:spcPct val="100000"/>
              </a:lnSpc>
              <a:spcBef>
                <a:spcPts val="0"/>
              </a:spcBef>
              <a:spcAft>
                <a:spcPts val="0"/>
              </a:spcAft>
              <a:buClr>
                <a:schemeClr val="accent6"/>
              </a:buClr>
              <a:buSzPts val="2100"/>
              <a:buNone/>
              <a:defRPr sz="2100">
                <a:solidFill>
                  <a:schemeClr val="accent6"/>
                </a:solidFill>
              </a:defRPr>
            </a:lvl5pPr>
            <a:lvl6pPr lvl="5" algn="ctr">
              <a:lnSpc>
                <a:spcPct val="100000"/>
              </a:lnSpc>
              <a:spcBef>
                <a:spcPts val="0"/>
              </a:spcBef>
              <a:spcAft>
                <a:spcPts val="0"/>
              </a:spcAft>
              <a:buClr>
                <a:schemeClr val="accent6"/>
              </a:buClr>
              <a:buSzPts val="2100"/>
              <a:buNone/>
              <a:defRPr sz="2100">
                <a:solidFill>
                  <a:schemeClr val="accent6"/>
                </a:solidFill>
              </a:defRPr>
            </a:lvl6pPr>
            <a:lvl7pPr lvl="6" algn="ctr">
              <a:lnSpc>
                <a:spcPct val="100000"/>
              </a:lnSpc>
              <a:spcBef>
                <a:spcPts val="0"/>
              </a:spcBef>
              <a:spcAft>
                <a:spcPts val="0"/>
              </a:spcAft>
              <a:buClr>
                <a:schemeClr val="accent6"/>
              </a:buClr>
              <a:buSzPts val="2100"/>
              <a:buNone/>
              <a:defRPr sz="2100">
                <a:solidFill>
                  <a:schemeClr val="accent6"/>
                </a:solidFill>
              </a:defRPr>
            </a:lvl7pPr>
            <a:lvl8pPr lvl="7" algn="ctr">
              <a:lnSpc>
                <a:spcPct val="100000"/>
              </a:lnSpc>
              <a:spcBef>
                <a:spcPts val="0"/>
              </a:spcBef>
              <a:spcAft>
                <a:spcPts val="0"/>
              </a:spcAft>
              <a:buClr>
                <a:schemeClr val="accent6"/>
              </a:buClr>
              <a:buSzPts val="2100"/>
              <a:buNone/>
              <a:defRPr sz="2100">
                <a:solidFill>
                  <a:schemeClr val="accent6"/>
                </a:solidFill>
              </a:defRPr>
            </a:lvl8pPr>
            <a:lvl9pPr lvl="8" algn="ctr">
              <a:lnSpc>
                <a:spcPct val="100000"/>
              </a:lnSpc>
              <a:spcBef>
                <a:spcPts val="0"/>
              </a:spcBef>
              <a:spcAft>
                <a:spcPts val="0"/>
              </a:spcAft>
              <a:buClr>
                <a:schemeClr val="accent6"/>
              </a:buClr>
              <a:buSzPts val="2100"/>
              <a:buNone/>
              <a:defRPr sz="2100">
                <a:solidFill>
                  <a:schemeClr val="accent6"/>
                </a:solidFill>
              </a:defRPr>
            </a:lvl9pPr>
          </a:lstStyle>
          <a:p/>
        </p:txBody>
      </p:sp>
      <p:sp>
        <p:nvSpPr>
          <p:cNvPr id="51" name="Google Shape;51;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1600"/>
              </a:spcBef>
              <a:spcAft>
                <a:spcPts val="0"/>
              </a:spcAft>
              <a:buClr>
                <a:schemeClr val="accent1"/>
              </a:buClr>
              <a:buSzPts val="1400"/>
              <a:buChar char="○"/>
              <a:defRPr>
                <a:solidFill>
                  <a:schemeClr val="accent1"/>
                </a:solidFill>
              </a:defRPr>
            </a:lvl2pPr>
            <a:lvl3pPr indent="-317500" lvl="2" marL="1371600">
              <a:spcBef>
                <a:spcPts val="1600"/>
              </a:spcBef>
              <a:spcAft>
                <a:spcPts val="0"/>
              </a:spcAft>
              <a:buClr>
                <a:schemeClr val="accent1"/>
              </a:buClr>
              <a:buSzPts val="1400"/>
              <a:buChar char="■"/>
              <a:defRPr>
                <a:solidFill>
                  <a:schemeClr val="accent1"/>
                </a:solidFill>
              </a:defRPr>
            </a:lvl3pPr>
            <a:lvl4pPr indent="-317500" lvl="3" marL="1828800">
              <a:spcBef>
                <a:spcPts val="1600"/>
              </a:spcBef>
              <a:spcAft>
                <a:spcPts val="0"/>
              </a:spcAft>
              <a:buClr>
                <a:schemeClr val="accent1"/>
              </a:buClr>
              <a:buSzPts val="1400"/>
              <a:buChar char="●"/>
              <a:defRPr>
                <a:solidFill>
                  <a:schemeClr val="accent1"/>
                </a:solidFill>
              </a:defRPr>
            </a:lvl4pPr>
            <a:lvl5pPr indent="-317500" lvl="4" marL="2286000">
              <a:spcBef>
                <a:spcPts val="1600"/>
              </a:spcBef>
              <a:spcAft>
                <a:spcPts val="0"/>
              </a:spcAft>
              <a:buClr>
                <a:schemeClr val="accent1"/>
              </a:buClr>
              <a:buSzPts val="1400"/>
              <a:buChar char="○"/>
              <a:defRPr>
                <a:solidFill>
                  <a:schemeClr val="accent1"/>
                </a:solidFill>
              </a:defRPr>
            </a:lvl5pPr>
            <a:lvl6pPr indent="-317500" lvl="5" marL="2743200">
              <a:spcBef>
                <a:spcPts val="1600"/>
              </a:spcBef>
              <a:spcAft>
                <a:spcPts val="0"/>
              </a:spcAft>
              <a:buClr>
                <a:schemeClr val="accent1"/>
              </a:buClr>
              <a:buSzPts val="1400"/>
              <a:buChar char="■"/>
              <a:defRPr>
                <a:solidFill>
                  <a:schemeClr val="accent1"/>
                </a:solidFill>
              </a:defRPr>
            </a:lvl6pPr>
            <a:lvl7pPr indent="-317500" lvl="6" marL="3200400">
              <a:spcBef>
                <a:spcPts val="1600"/>
              </a:spcBef>
              <a:spcAft>
                <a:spcPts val="0"/>
              </a:spcAft>
              <a:buClr>
                <a:schemeClr val="accent1"/>
              </a:buClr>
              <a:buSzPts val="1400"/>
              <a:buChar char="●"/>
              <a:defRPr>
                <a:solidFill>
                  <a:schemeClr val="accent1"/>
                </a:solidFill>
              </a:defRPr>
            </a:lvl7pPr>
            <a:lvl8pPr indent="-317500" lvl="7" marL="3657600">
              <a:spcBef>
                <a:spcPts val="1600"/>
              </a:spcBef>
              <a:spcAft>
                <a:spcPts val="0"/>
              </a:spcAft>
              <a:buClr>
                <a:schemeClr val="accent1"/>
              </a:buClr>
              <a:buSzPts val="1400"/>
              <a:buChar char="○"/>
              <a:defRPr>
                <a:solidFill>
                  <a:schemeClr val="accent1"/>
                </a:solidFill>
              </a:defRPr>
            </a:lvl8pPr>
            <a:lvl9pPr indent="-317500" lvl="8" marL="4114800">
              <a:spcBef>
                <a:spcPts val="1600"/>
              </a:spcBef>
              <a:spcAft>
                <a:spcPts val="1600"/>
              </a:spcAft>
              <a:buClr>
                <a:schemeClr val="accent1"/>
              </a:buClr>
              <a:buSzPts val="1400"/>
              <a:buChar char="■"/>
              <a:defRPr>
                <a:solidFill>
                  <a:schemeClr val="accent1"/>
                </a:solidFill>
              </a:defRPr>
            </a:lvl9pPr>
          </a:lstStyle>
          <a:p/>
        </p:txBody>
      </p:sp>
      <p:sp>
        <p:nvSpPr>
          <p:cNvPr id="52" name="Google Shape;52;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3" name="Shape 53"/>
        <p:cNvGrpSpPr/>
        <p:nvPr/>
      </p:nvGrpSpPr>
      <p:grpSpPr>
        <a:xfrm>
          <a:off x="0" y="0"/>
          <a:ext cx="0" cy="0"/>
          <a:chOff x="0" y="0"/>
          <a:chExt cx="0" cy="0"/>
        </a:xfrm>
      </p:grpSpPr>
      <p:sp>
        <p:nvSpPr>
          <p:cNvPr id="54" name="Google Shape;54;p10"/>
          <p:cNvSpPr txBox="1"/>
          <p:nvPr>
            <p:ph idx="1" type="body"/>
          </p:nvPr>
        </p:nvSpPr>
        <p:spPr>
          <a:xfrm>
            <a:off x="319500" y="4230575"/>
            <a:ext cx="5998800" cy="598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5" name="Google Shape;55;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6" name="Shape 56"/>
        <p:cNvGrpSpPr/>
        <p:nvPr/>
      </p:nvGrpSpPr>
      <p:grpSpPr>
        <a:xfrm>
          <a:off x="0" y="0"/>
          <a:ext cx="0" cy="0"/>
          <a:chOff x="0" y="0"/>
          <a:chExt cx="0" cy="0"/>
        </a:xfrm>
      </p:grpSpPr>
      <p:sp>
        <p:nvSpPr>
          <p:cNvPr id="57" name="Google Shape;57;p11"/>
          <p:cNvSpPr/>
          <p:nvPr/>
        </p:nvSpPr>
        <p:spPr>
          <a:xfrm>
            <a:off x="586721" y="0"/>
            <a:ext cx="7970700" cy="6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1"/>
          <p:cNvSpPr/>
          <p:nvPr/>
        </p:nvSpPr>
        <p:spPr>
          <a:xfrm>
            <a:off x="586721" y="5076900"/>
            <a:ext cx="7970700" cy="66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1"/>
          <p:cNvSpPr txBox="1"/>
          <p:nvPr>
            <p:ph hasCustomPrompt="1" type="title"/>
          </p:nvPr>
        </p:nvSpPr>
        <p:spPr>
          <a:xfrm>
            <a:off x="586725" y="1353788"/>
            <a:ext cx="7970700" cy="1538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6"/>
              </a:buClr>
              <a:buSzPts val="10800"/>
              <a:buNone/>
              <a:defRPr sz="10800">
                <a:solidFill>
                  <a:schemeClr val="accent6"/>
                </a:solidFill>
              </a:defRPr>
            </a:lvl1pPr>
            <a:lvl2pPr lvl="1" algn="ctr">
              <a:spcBef>
                <a:spcPts val="0"/>
              </a:spcBef>
              <a:spcAft>
                <a:spcPts val="0"/>
              </a:spcAft>
              <a:buClr>
                <a:schemeClr val="accent6"/>
              </a:buClr>
              <a:buSzPts val="10800"/>
              <a:buNone/>
              <a:defRPr sz="10800">
                <a:solidFill>
                  <a:schemeClr val="accent6"/>
                </a:solidFill>
              </a:defRPr>
            </a:lvl2pPr>
            <a:lvl3pPr lvl="2" algn="ctr">
              <a:spcBef>
                <a:spcPts val="0"/>
              </a:spcBef>
              <a:spcAft>
                <a:spcPts val="0"/>
              </a:spcAft>
              <a:buClr>
                <a:schemeClr val="accent6"/>
              </a:buClr>
              <a:buSzPts val="10800"/>
              <a:buNone/>
              <a:defRPr sz="10800">
                <a:solidFill>
                  <a:schemeClr val="accent6"/>
                </a:solidFill>
              </a:defRPr>
            </a:lvl3pPr>
            <a:lvl4pPr lvl="3" algn="ctr">
              <a:spcBef>
                <a:spcPts val="0"/>
              </a:spcBef>
              <a:spcAft>
                <a:spcPts val="0"/>
              </a:spcAft>
              <a:buClr>
                <a:schemeClr val="accent6"/>
              </a:buClr>
              <a:buSzPts val="10800"/>
              <a:buNone/>
              <a:defRPr sz="10800">
                <a:solidFill>
                  <a:schemeClr val="accent6"/>
                </a:solidFill>
              </a:defRPr>
            </a:lvl4pPr>
            <a:lvl5pPr lvl="4" algn="ctr">
              <a:spcBef>
                <a:spcPts val="0"/>
              </a:spcBef>
              <a:spcAft>
                <a:spcPts val="0"/>
              </a:spcAft>
              <a:buClr>
                <a:schemeClr val="accent6"/>
              </a:buClr>
              <a:buSzPts val="10800"/>
              <a:buNone/>
              <a:defRPr sz="10800">
                <a:solidFill>
                  <a:schemeClr val="accent6"/>
                </a:solidFill>
              </a:defRPr>
            </a:lvl5pPr>
            <a:lvl6pPr lvl="5" algn="ctr">
              <a:spcBef>
                <a:spcPts val="0"/>
              </a:spcBef>
              <a:spcAft>
                <a:spcPts val="0"/>
              </a:spcAft>
              <a:buClr>
                <a:schemeClr val="accent6"/>
              </a:buClr>
              <a:buSzPts val="10800"/>
              <a:buNone/>
              <a:defRPr sz="10800">
                <a:solidFill>
                  <a:schemeClr val="accent6"/>
                </a:solidFill>
              </a:defRPr>
            </a:lvl6pPr>
            <a:lvl7pPr lvl="6" algn="ctr">
              <a:spcBef>
                <a:spcPts val="0"/>
              </a:spcBef>
              <a:spcAft>
                <a:spcPts val="0"/>
              </a:spcAft>
              <a:buClr>
                <a:schemeClr val="accent6"/>
              </a:buClr>
              <a:buSzPts val="10800"/>
              <a:buNone/>
              <a:defRPr sz="10800">
                <a:solidFill>
                  <a:schemeClr val="accent6"/>
                </a:solidFill>
              </a:defRPr>
            </a:lvl7pPr>
            <a:lvl8pPr lvl="7" algn="ctr">
              <a:spcBef>
                <a:spcPts val="0"/>
              </a:spcBef>
              <a:spcAft>
                <a:spcPts val="0"/>
              </a:spcAft>
              <a:buClr>
                <a:schemeClr val="accent6"/>
              </a:buClr>
              <a:buSzPts val="10800"/>
              <a:buNone/>
              <a:defRPr sz="10800">
                <a:solidFill>
                  <a:schemeClr val="accent6"/>
                </a:solidFill>
              </a:defRPr>
            </a:lvl8pPr>
            <a:lvl9pPr lvl="8" algn="ctr">
              <a:spcBef>
                <a:spcPts val="0"/>
              </a:spcBef>
              <a:spcAft>
                <a:spcPts val="0"/>
              </a:spcAft>
              <a:buClr>
                <a:schemeClr val="accent6"/>
              </a:buClr>
              <a:buSzPts val="10800"/>
              <a:buNone/>
              <a:defRPr sz="10800">
                <a:solidFill>
                  <a:schemeClr val="accent6"/>
                </a:solidFill>
              </a:defRPr>
            </a:lvl9pPr>
          </a:lstStyle>
          <a:p>
            <a:r>
              <a:t>xx%</a:t>
            </a:r>
          </a:p>
        </p:txBody>
      </p:sp>
      <p:sp>
        <p:nvSpPr>
          <p:cNvPr id="60" name="Google Shape;60;p11"/>
          <p:cNvSpPr txBox="1"/>
          <p:nvPr>
            <p:ph idx="1" type="body"/>
          </p:nvPr>
        </p:nvSpPr>
        <p:spPr>
          <a:xfrm>
            <a:off x="586725" y="2968388"/>
            <a:ext cx="7970700" cy="10716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1" name="Google Shape;61;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4" name="Shape 64"/>
        <p:cNvGrpSpPr/>
        <p:nvPr/>
      </p:nvGrpSpPr>
      <p:grpSpPr>
        <a:xfrm>
          <a:off x="0" y="0"/>
          <a:ext cx="0" cy="0"/>
          <a:chOff x="0" y="0"/>
          <a:chExt cx="0" cy="0"/>
        </a:xfrm>
      </p:grpSpPr>
      <p:sp>
        <p:nvSpPr>
          <p:cNvPr id="65" name="Google Shape;65;p13"/>
          <p:cNvSpPr/>
          <p:nvPr/>
        </p:nvSpPr>
        <p:spPr>
          <a:xfrm>
            <a:off x="284164" y="341830"/>
            <a:ext cx="8574000" cy="850500"/>
          </a:xfrm>
          <a:prstGeom prst="rect">
            <a:avLst/>
          </a:prstGeom>
          <a:solidFill>
            <a:srgbClr val="262626">
              <a:alpha val="698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nvGrpSpPr>
          <p:cNvPr id="66" name="Google Shape;66;p13"/>
          <p:cNvGrpSpPr/>
          <p:nvPr/>
        </p:nvGrpSpPr>
        <p:grpSpPr>
          <a:xfrm>
            <a:off x="284164" y="1183387"/>
            <a:ext cx="8576301" cy="103050"/>
            <a:chOff x="284163" y="1577847"/>
            <a:chExt cx="8576301" cy="137400"/>
          </a:xfrm>
        </p:grpSpPr>
        <p:sp>
          <p:nvSpPr>
            <p:cNvPr id="67" name="Google Shape;67;p13"/>
            <p:cNvSpPr/>
            <p:nvPr/>
          </p:nvSpPr>
          <p:spPr>
            <a:xfrm>
              <a:off x="284163" y="1577847"/>
              <a:ext cx="1600200" cy="137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8" name="Google Shape;68;p13"/>
            <p:cNvSpPr/>
            <p:nvPr/>
          </p:nvSpPr>
          <p:spPr>
            <a:xfrm>
              <a:off x="1885174" y="1577847"/>
              <a:ext cx="2743200" cy="1374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9" name="Google Shape;69;p13"/>
            <p:cNvSpPr/>
            <p:nvPr/>
          </p:nvSpPr>
          <p:spPr>
            <a:xfrm>
              <a:off x="4626864" y="1577847"/>
              <a:ext cx="4233600" cy="1374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0" name="Google Shape;70;p13"/>
          <p:cNvSpPr txBox="1"/>
          <p:nvPr>
            <p:ph type="title"/>
          </p:nvPr>
        </p:nvSpPr>
        <p:spPr>
          <a:xfrm>
            <a:off x="284164" y="472787"/>
            <a:ext cx="8574000" cy="725700"/>
          </a:xfrm>
          <a:prstGeom prst="rect">
            <a:avLst/>
          </a:prstGeom>
          <a:solidFill>
            <a:srgbClr val="262626">
              <a:alpha val="69800"/>
            </a:srgbClr>
          </a:solidFill>
          <a:ln>
            <a:noFill/>
          </a:ln>
        </p:spPr>
        <p:txBody>
          <a:bodyPr anchorCtr="0" anchor="ctr" bIns="45700" lIns="91425" spcFirstLastPara="1" rIns="91425" wrap="square" tIns="45700">
            <a:noAutofit/>
          </a:bodyPr>
          <a:lstStyle>
            <a:lvl1pPr lvl="0" algn="r">
              <a:spcBef>
                <a:spcPts val="0"/>
              </a:spcBef>
              <a:spcAft>
                <a:spcPts val="0"/>
              </a:spcAft>
              <a:buClr>
                <a:schemeClr val="lt1"/>
              </a:buClr>
              <a:buSzPts val="18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71" name="Google Shape;71;p13"/>
          <p:cNvSpPr txBox="1"/>
          <p:nvPr>
            <p:ph idx="1" type="body"/>
          </p:nvPr>
        </p:nvSpPr>
        <p:spPr>
          <a:xfrm>
            <a:off x="1781504" y="1600200"/>
            <a:ext cx="7076700" cy="2994300"/>
          </a:xfrm>
          <a:prstGeom prst="rect">
            <a:avLst/>
          </a:prstGeom>
          <a:noFill/>
          <a:ln>
            <a:noFill/>
          </a:ln>
        </p:spPr>
        <p:txBody>
          <a:bodyPr anchorCtr="0" anchor="t" bIns="45700" lIns="91425" spcFirstLastPara="1" rIns="91425" wrap="square" tIns="45700">
            <a:noAutofit/>
          </a:bodyPr>
          <a:lstStyle>
            <a:lvl1pPr indent="-331470" lvl="0" marL="457200" algn="l">
              <a:spcBef>
                <a:spcPts val="2000"/>
              </a:spcBef>
              <a:spcAft>
                <a:spcPts val="0"/>
              </a:spcAft>
              <a:buSzPts val="1620"/>
              <a:buChar char="●"/>
              <a:defRPr/>
            </a:lvl1pPr>
            <a:lvl2pPr indent="-331470" lvl="1" marL="914400" algn="l">
              <a:spcBef>
                <a:spcPts val="1600"/>
              </a:spcBef>
              <a:spcAft>
                <a:spcPts val="0"/>
              </a:spcAft>
              <a:buSzPts val="1620"/>
              <a:buChar char="○"/>
              <a:defRPr/>
            </a:lvl2pPr>
            <a:lvl3pPr indent="-331470" lvl="2" marL="1371600" algn="l">
              <a:spcBef>
                <a:spcPts val="1600"/>
              </a:spcBef>
              <a:spcAft>
                <a:spcPts val="0"/>
              </a:spcAft>
              <a:buSzPts val="1620"/>
              <a:buChar char="■"/>
              <a:defRPr/>
            </a:lvl3pPr>
            <a:lvl4pPr indent="-331470" lvl="3" marL="1828800" algn="l">
              <a:spcBef>
                <a:spcPts val="1600"/>
              </a:spcBef>
              <a:spcAft>
                <a:spcPts val="0"/>
              </a:spcAft>
              <a:buSzPts val="1620"/>
              <a:buChar char="●"/>
              <a:defRPr/>
            </a:lvl4pPr>
            <a:lvl5pPr indent="-331470" lvl="4" marL="2286000" algn="l">
              <a:spcBef>
                <a:spcPts val="1600"/>
              </a:spcBef>
              <a:spcAft>
                <a:spcPts val="0"/>
              </a:spcAft>
              <a:buSzPts val="1620"/>
              <a:buChar char="○"/>
              <a:defRPr/>
            </a:lvl5pPr>
            <a:lvl6pPr indent="-331470" lvl="5" marL="2743200" algn="l">
              <a:spcBef>
                <a:spcPts val="1600"/>
              </a:spcBef>
              <a:spcAft>
                <a:spcPts val="0"/>
              </a:spcAft>
              <a:buSzPts val="1620"/>
              <a:buChar char="■"/>
              <a:defRPr/>
            </a:lvl6pPr>
            <a:lvl7pPr indent="-331470" lvl="6" marL="3200400" algn="l">
              <a:spcBef>
                <a:spcPts val="1600"/>
              </a:spcBef>
              <a:spcAft>
                <a:spcPts val="0"/>
              </a:spcAft>
              <a:buSzPts val="1620"/>
              <a:buChar char="●"/>
              <a:defRPr/>
            </a:lvl7pPr>
            <a:lvl8pPr indent="-331470" lvl="7" marL="3657600" algn="l">
              <a:spcBef>
                <a:spcPts val="1600"/>
              </a:spcBef>
              <a:spcAft>
                <a:spcPts val="0"/>
              </a:spcAft>
              <a:buSzPts val="1620"/>
              <a:buChar char="○"/>
              <a:defRPr/>
            </a:lvl8pPr>
            <a:lvl9pPr indent="-331470" lvl="8" marL="4114800" algn="l">
              <a:spcBef>
                <a:spcPts val="1600"/>
              </a:spcBef>
              <a:spcAft>
                <a:spcPts val="1600"/>
              </a:spcAft>
              <a:buSzPts val="1620"/>
              <a:buChar char="■"/>
              <a:defRPr/>
            </a:lvl9pPr>
          </a:lstStyle>
          <a:p/>
        </p:txBody>
      </p:sp>
      <p:sp>
        <p:nvSpPr>
          <p:cNvPr id="72" name="Google Shape;72;p13"/>
          <p:cNvSpPr txBox="1"/>
          <p:nvPr>
            <p:ph idx="10" type="dt"/>
          </p:nvPr>
        </p:nvSpPr>
        <p:spPr>
          <a:xfrm>
            <a:off x="6794936" y="4827775"/>
            <a:ext cx="2133600" cy="2739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3"/>
          <p:cNvSpPr txBox="1"/>
          <p:nvPr>
            <p:ph idx="11" type="ftr"/>
          </p:nvPr>
        </p:nvSpPr>
        <p:spPr>
          <a:xfrm>
            <a:off x="199698" y="4827775"/>
            <a:ext cx="61248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3"/>
          <p:cNvSpPr txBox="1"/>
          <p:nvPr>
            <p:ph idx="12" type="sldNum"/>
          </p:nvPr>
        </p:nvSpPr>
        <p:spPr>
          <a:xfrm>
            <a:off x="8306460" y="125510"/>
            <a:ext cx="630600" cy="269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5" name="Shape 75"/>
        <p:cNvGrpSpPr/>
        <p:nvPr/>
      </p:nvGrpSpPr>
      <p:grpSpPr>
        <a:xfrm>
          <a:off x="0" y="0"/>
          <a:ext cx="0" cy="0"/>
          <a:chOff x="0" y="0"/>
          <a:chExt cx="0" cy="0"/>
        </a:xfrm>
      </p:grpSpPr>
      <p:sp>
        <p:nvSpPr>
          <p:cNvPr id="76" name="Google Shape;76;p14"/>
          <p:cNvSpPr/>
          <p:nvPr/>
        </p:nvSpPr>
        <p:spPr>
          <a:xfrm>
            <a:off x="284164" y="341830"/>
            <a:ext cx="8574000" cy="850500"/>
          </a:xfrm>
          <a:prstGeom prst="rect">
            <a:avLst/>
          </a:prstGeom>
          <a:solidFill>
            <a:srgbClr val="262626">
              <a:alpha val="698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nvGrpSpPr>
          <p:cNvPr id="77" name="Google Shape;77;p14"/>
          <p:cNvGrpSpPr/>
          <p:nvPr/>
        </p:nvGrpSpPr>
        <p:grpSpPr>
          <a:xfrm>
            <a:off x="284164" y="1183387"/>
            <a:ext cx="8576301" cy="103050"/>
            <a:chOff x="284163" y="1577847"/>
            <a:chExt cx="8576301" cy="137400"/>
          </a:xfrm>
        </p:grpSpPr>
        <p:sp>
          <p:nvSpPr>
            <p:cNvPr id="78" name="Google Shape;78;p14"/>
            <p:cNvSpPr/>
            <p:nvPr/>
          </p:nvSpPr>
          <p:spPr>
            <a:xfrm>
              <a:off x="284163" y="1577847"/>
              <a:ext cx="1600200" cy="137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9" name="Google Shape;79;p14"/>
            <p:cNvSpPr/>
            <p:nvPr/>
          </p:nvSpPr>
          <p:spPr>
            <a:xfrm>
              <a:off x="1885174" y="1577847"/>
              <a:ext cx="2743200" cy="1374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0" name="Google Shape;80;p14"/>
            <p:cNvSpPr/>
            <p:nvPr/>
          </p:nvSpPr>
          <p:spPr>
            <a:xfrm>
              <a:off x="4626864" y="1577847"/>
              <a:ext cx="4233600" cy="1374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sp>
        <p:nvSpPr>
          <p:cNvPr id="81" name="Google Shape;81;p14"/>
          <p:cNvSpPr txBox="1"/>
          <p:nvPr>
            <p:ph type="title"/>
          </p:nvPr>
        </p:nvSpPr>
        <p:spPr>
          <a:xfrm>
            <a:off x="284164" y="472787"/>
            <a:ext cx="8574000" cy="725700"/>
          </a:xfrm>
          <a:prstGeom prst="rect">
            <a:avLst/>
          </a:prstGeom>
          <a:solidFill>
            <a:srgbClr val="262626">
              <a:alpha val="69800"/>
            </a:srgbClr>
          </a:solidFill>
          <a:ln>
            <a:noFill/>
          </a:ln>
        </p:spPr>
        <p:txBody>
          <a:bodyPr anchorCtr="0" anchor="ctr" bIns="45700" lIns="91425" spcFirstLastPara="1" rIns="91425" wrap="square" tIns="45700">
            <a:noAutofit/>
          </a:bodyPr>
          <a:lstStyle>
            <a:lvl1pPr lvl="0" algn="r">
              <a:spcBef>
                <a:spcPts val="0"/>
              </a:spcBef>
              <a:spcAft>
                <a:spcPts val="0"/>
              </a:spcAft>
              <a:buClr>
                <a:schemeClr val="lt1"/>
              </a:buClr>
              <a:buSzPts val="18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82" name="Google Shape;82;p14"/>
          <p:cNvSpPr txBox="1"/>
          <p:nvPr>
            <p:ph idx="1" type="body"/>
          </p:nvPr>
        </p:nvSpPr>
        <p:spPr>
          <a:xfrm>
            <a:off x="403412" y="1613298"/>
            <a:ext cx="3931800" cy="2981400"/>
          </a:xfrm>
          <a:prstGeom prst="rect">
            <a:avLst/>
          </a:prstGeom>
          <a:noFill/>
          <a:ln>
            <a:noFill/>
          </a:ln>
        </p:spPr>
        <p:txBody>
          <a:bodyPr anchorCtr="0" anchor="t" bIns="45700" lIns="91425" spcFirstLastPara="1" rIns="91425" wrap="square" tIns="45700">
            <a:noAutofit/>
          </a:bodyPr>
          <a:lstStyle>
            <a:lvl1pPr indent="-354330" lvl="0" marL="457200" algn="l">
              <a:spcBef>
                <a:spcPts val="2000"/>
              </a:spcBef>
              <a:spcAft>
                <a:spcPts val="0"/>
              </a:spcAft>
              <a:buSzPts val="1980"/>
              <a:buChar char="●"/>
              <a:defRPr sz="2200"/>
            </a:lvl1pPr>
            <a:lvl2pPr indent="-342900" lvl="1" marL="914400" algn="l">
              <a:spcBef>
                <a:spcPts val="1600"/>
              </a:spcBef>
              <a:spcAft>
                <a:spcPts val="0"/>
              </a:spcAft>
              <a:buSzPts val="1800"/>
              <a:buChar char="○"/>
              <a:defRPr sz="2000"/>
            </a:lvl2pPr>
            <a:lvl3pPr indent="-331470" lvl="2" marL="1371600" algn="l">
              <a:spcBef>
                <a:spcPts val="1600"/>
              </a:spcBef>
              <a:spcAft>
                <a:spcPts val="0"/>
              </a:spcAft>
              <a:buSzPts val="1620"/>
              <a:buChar char="■"/>
              <a:defRPr sz="1800"/>
            </a:lvl3pPr>
            <a:lvl4pPr indent="-331470" lvl="3" marL="1828800" algn="l">
              <a:spcBef>
                <a:spcPts val="1600"/>
              </a:spcBef>
              <a:spcAft>
                <a:spcPts val="0"/>
              </a:spcAft>
              <a:buSzPts val="1620"/>
              <a:buChar char="●"/>
              <a:defRPr sz="1800"/>
            </a:lvl4pPr>
            <a:lvl5pPr indent="-331470" lvl="4" marL="2286000" algn="l">
              <a:spcBef>
                <a:spcPts val="1600"/>
              </a:spcBef>
              <a:spcAft>
                <a:spcPts val="0"/>
              </a:spcAft>
              <a:buSzPts val="1620"/>
              <a:buChar char="○"/>
              <a:defRPr sz="1800"/>
            </a:lvl5pPr>
            <a:lvl6pPr indent="-331470" lvl="5" marL="2743200" algn="l">
              <a:spcBef>
                <a:spcPts val="1600"/>
              </a:spcBef>
              <a:spcAft>
                <a:spcPts val="0"/>
              </a:spcAft>
              <a:buSzPts val="1620"/>
              <a:buChar char="■"/>
              <a:defRPr sz="1800"/>
            </a:lvl6pPr>
            <a:lvl7pPr indent="-331470" lvl="6" marL="3200400" algn="l">
              <a:spcBef>
                <a:spcPts val="1600"/>
              </a:spcBef>
              <a:spcAft>
                <a:spcPts val="0"/>
              </a:spcAft>
              <a:buSzPts val="1620"/>
              <a:buChar char="●"/>
              <a:defRPr sz="1800"/>
            </a:lvl7pPr>
            <a:lvl8pPr indent="-331470" lvl="7" marL="3657600" algn="l">
              <a:spcBef>
                <a:spcPts val="1600"/>
              </a:spcBef>
              <a:spcAft>
                <a:spcPts val="0"/>
              </a:spcAft>
              <a:buSzPts val="1620"/>
              <a:buChar char="○"/>
              <a:defRPr sz="1800"/>
            </a:lvl8pPr>
            <a:lvl9pPr indent="-331470" lvl="8" marL="4114800" algn="l">
              <a:spcBef>
                <a:spcPts val="1600"/>
              </a:spcBef>
              <a:spcAft>
                <a:spcPts val="1600"/>
              </a:spcAft>
              <a:buSzPts val="1620"/>
              <a:buChar char="■"/>
              <a:defRPr sz="1800"/>
            </a:lvl9pPr>
          </a:lstStyle>
          <a:p/>
        </p:txBody>
      </p:sp>
      <p:sp>
        <p:nvSpPr>
          <p:cNvPr id="83" name="Google Shape;83;p14"/>
          <p:cNvSpPr txBox="1"/>
          <p:nvPr>
            <p:ph idx="2" type="body"/>
          </p:nvPr>
        </p:nvSpPr>
        <p:spPr>
          <a:xfrm>
            <a:off x="4778188" y="1613298"/>
            <a:ext cx="3931800" cy="2981400"/>
          </a:xfrm>
          <a:prstGeom prst="rect">
            <a:avLst/>
          </a:prstGeom>
          <a:noFill/>
          <a:ln>
            <a:noFill/>
          </a:ln>
        </p:spPr>
        <p:txBody>
          <a:bodyPr anchorCtr="0" anchor="t" bIns="45700" lIns="91425" spcFirstLastPara="1" rIns="91425" wrap="square" tIns="45700">
            <a:noAutofit/>
          </a:bodyPr>
          <a:lstStyle>
            <a:lvl1pPr indent="-354330" lvl="0" marL="457200" algn="l">
              <a:spcBef>
                <a:spcPts val="2000"/>
              </a:spcBef>
              <a:spcAft>
                <a:spcPts val="0"/>
              </a:spcAft>
              <a:buSzPts val="1980"/>
              <a:buChar char="●"/>
              <a:defRPr sz="2200"/>
            </a:lvl1pPr>
            <a:lvl2pPr indent="-342900" lvl="1" marL="914400" algn="l">
              <a:spcBef>
                <a:spcPts val="1600"/>
              </a:spcBef>
              <a:spcAft>
                <a:spcPts val="0"/>
              </a:spcAft>
              <a:buSzPts val="1800"/>
              <a:buChar char="○"/>
              <a:defRPr sz="2000"/>
            </a:lvl2pPr>
            <a:lvl3pPr indent="-331470" lvl="2" marL="1371600" algn="l">
              <a:spcBef>
                <a:spcPts val="1600"/>
              </a:spcBef>
              <a:spcAft>
                <a:spcPts val="0"/>
              </a:spcAft>
              <a:buSzPts val="1620"/>
              <a:buChar char="■"/>
              <a:defRPr sz="1800"/>
            </a:lvl3pPr>
            <a:lvl4pPr indent="-331470" lvl="3" marL="1828800" algn="l">
              <a:spcBef>
                <a:spcPts val="1600"/>
              </a:spcBef>
              <a:spcAft>
                <a:spcPts val="0"/>
              </a:spcAft>
              <a:buSzPts val="1620"/>
              <a:buChar char="●"/>
              <a:defRPr sz="1800"/>
            </a:lvl4pPr>
            <a:lvl5pPr indent="-331470" lvl="4" marL="2286000" algn="l">
              <a:spcBef>
                <a:spcPts val="1600"/>
              </a:spcBef>
              <a:spcAft>
                <a:spcPts val="0"/>
              </a:spcAft>
              <a:buSzPts val="1620"/>
              <a:buChar char="○"/>
              <a:defRPr sz="1800"/>
            </a:lvl5pPr>
            <a:lvl6pPr indent="-331470" lvl="5" marL="2743200" algn="l">
              <a:spcBef>
                <a:spcPts val="1600"/>
              </a:spcBef>
              <a:spcAft>
                <a:spcPts val="0"/>
              </a:spcAft>
              <a:buSzPts val="1620"/>
              <a:buChar char="■"/>
              <a:defRPr sz="1800"/>
            </a:lvl6pPr>
            <a:lvl7pPr indent="-331470" lvl="6" marL="3200400" algn="l">
              <a:spcBef>
                <a:spcPts val="1600"/>
              </a:spcBef>
              <a:spcAft>
                <a:spcPts val="0"/>
              </a:spcAft>
              <a:buSzPts val="1620"/>
              <a:buChar char="●"/>
              <a:defRPr sz="1800"/>
            </a:lvl7pPr>
            <a:lvl8pPr indent="-331470" lvl="7" marL="3657600" algn="l">
              <a:spcBef>
                <a:spcPts val="1600"/>
              </a:spcBef>
              <a:spcAft>
                <a:spcPts val="0"/>
              </a:spcAft>
              <a:buSzPts val="1620"/>
              <a:buChar char="○"/>
              <a:defRPr sz="1800"/>
            </a:lvl8pPr>
            <a:lvl9pPr indent="-331470" lvl="8" marL="4114800" algn="l">
              <a:spcBef>
                <a:spcPts val="1600"/>
              </a:spcBef>
              <a:spcAft>
                <a:spcPts val="1600"/>
              </a:spcAft>
              <a:buSzPts val="1620"/>
              <a:buChar char="■"/>
              <a:defRPr sz="1800"/>
            </a:lvl9pPr>
          </a:lstStyle>
          <a:p/>
        </p:txBody>
      </p:sp>
      <p:sp>
        <p:nvSpPr>
          <p:cNvPr id="84" name="Google Shape;84;p14"/>
          <p:cNvSpPr txBox="1"/>
          <p:nvPr>
            <p:ph idx="10" type="dt"/>
          </p:nvPr>
        </p:nvSpPr>
        <p:spPr>
          <a:xfrm>
            <a:off x="6794936" y="4827775"/>
            <a:ext cx="2133600" cy="2739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4"/>
          <p:cNvSpPr txBox="1"/>
          <p:nvPr>
            <p:ph idx="11" type="ftr"/>
          </p:nvPr>
        </p:nvSpPr>
        <p:spPr>
          <a:xfrm>
            <a:off x="199698" y="4827775"/>
            <a:ext cx="61248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14"/>
          <p:cNvSpPr txBox="1"/>
          <p:nvPr>
            <p:ph idx="12" type="sldNum"/>
          </p:nvPr>
        </p:nvSpPr>
        <p:spPr>
          <a:xfrm>
            <a:off x="8306460" y="125510"/>
            <a:ext cx="630600" cy="269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1" name="Shape 91"/>
        <p:cNvGrpSpPr/>
        <p:nvPr/>
      </p:nvGrpSpPr>
      <p:grpSpPr>
        <a:xfrm>
          <a:off x="0" y="0"/>
          <a:ext cx="0" cy="0"/>
          <a:chOff x="0" y="0"/>
          <a:chExt cx="0" cy="0"/>
        </a:xfrm>
      </p:grpSpPr>
      <p:sp>
        <p:nvSpPr>
          <p:cNvPr id="92" name="Google Shape;92;p16"/>
          <p:cNvSpPr/>
          <p:nvPr/>
        </p:nvSpPr>
        <p:spPr>
          <a:xfrm>
            <a:off x="1524800" y="672606"/>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sp>
        <p:nvSpPr>
          <p:cNvPr id="93" name="Google Shape;93;p16"/>
          <p:cNvSpPr/>
          <p:nvPr/>
        </p:nvSpPr>
        <p:spPr>
          <a:xfrm rot="10800000">
            <a:off x="6537563" y="3342925"/>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cxnSp>
        <p:nvCxnSpPr>
          <p:cNvPr id="94" name="Google Shape;94;p16"/>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95" name="Google Shape;95;p16"/>
          <p:cNvSpPr txBox="1"/>
          <p:nvPr>
            <p:ph type="ctrTitle"/>
          </p:nvPr>
        </p:nvSpPr>
        <p:spPr>
          <a:xfrm>
            <a:off x="1680302" y="1188925"/>
            <a:ext cx="5783400" cy="1457400"/>
          </a:xfrm>
          <a:prstGeom prst="rect">
            <a:avLst/>
          </a:prstGeom>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p:txBody>
      </p:sp>
      <p:sp>
        <p:nvSpPr>
          <p:cNvPr id="96" name="Google Shape;96;p16"/>
          <p:cNvSpPr txBox="1"/>
          <p:nvPr>
            <p:ph idx="1" type="subTitle"/>
          </p:nvPr>
        </p:nvSpPr>
        <p:spPr>
          <a:xfrm>
            <a:off x="1680302" y="3049450"/>
            <a:ext cx="5783400" cy="9090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p:txBody>
      </p:sp>
      <p:sp>
        <p:nvSpPr>
          <p:cNvPr id="97" name="Google Shape;97;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8" name="Shape 98"/>
        <p:cNvGrpSpPr/>
        <p:nvPr/>
      </p:nvGrpSpPr>
      <p:grpSpPr>
        <a:xfrm>
          <a:off x="0" y="0"/>
          <a:ext cx="0" cy="0"/>
          <a:chOff x="0" y="0"/>
          <a:chExt cx="0" cy="0"/>
        </a:xfrm>
      </p:grpSpPr>
      <p:cxnSp>
        <p:nvCxnSpPr>
          <p:cNvPr id="99" name="Google Shape;99;p17"/>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00" name="Google Shape;100;p17"/>
          <p:cNvSpPr txBox="1"/>
          <p:nvPr>
            <p:ph type="title"/>
          </p:nvPr>
        </p:nvSpPr>
        <p:spPr>
          <a:xfrm>
            <a:off x="480750" y="1764950"/>
            <a:ext cx="8222100" cy="907500"/>
          </a:xfrm>
          <a:prstGeom prst="rect">
            <a:avLst/>
          </a:prstGeom>
        </p:spPr>
        <p:txBody>
          <a:bodyPr anchorCtr="0" anchor="b" bIns="91425" lIns="91425" spcFirstLastPara="1" rIns="91425" wrap="square" tIns="91425">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01" name="Google Shape;101;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2" name="Shape 102"/>
        <p:cNvGrpSpPr/>
        <p:nvPr/>
      </p:nvGrpSpPr>
      <p:grpSpPr>
        <a:xfrm>
          <a:off x="0" y="0"/>
          <a:ext cx="0" cy="0"/>
          <a:chOff x="0" y="0"/>
          <a:chExt cx="0" cy="0"/>
        </a:xfrm>
      </p:grpSpPr>
      <p:cxnSp>
        <p:nvCxnSpPr>
          <p:cNvPr id="103" name="Google Shape;103;p18"/>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104" name="Google Shape;104;p18"/>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05" name="Google Shape;105;p18"/>
          <p:cNvSpPr txBox="1"/>
          <p:nvPr>
            <p:ph idx="1" type="body"/>
          </p:nvPr>
        </p:nvSpPr>
        <p:spPr>
          <a:xfrm>
            <a:off x="387900" y="1489824"/>
            <a:ext cx="8368200" cy="30789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06" name="Google Shape;106;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7" name="Shape 107"/>
        <p:cNvGrpSpPr/>
        <p:nvPr/>
      </p:nvGrpSpPr>
      <p:grpSpPr>
        <a:xfrm>
          <a:off x="0" y="0"/>
          <a:ext cx="0" cy="0"/>
          <a:chOff x="0" y="0"/>
          <a:chExt cx="0" cy="0"/>
        </a:xfrm>
      </p:grpSpPr>
      <p:cxnSp>
        <p:nvCxnSpPr>
          <p:cNvPr id="108" name="Google Shape;108;p19"/>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109" name="Google Shape;109;p19"/>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10" name="Google Shape;110;p19"/>
          <p:cNvSpPr txBox="1"/>
          <p:nvPr>
            <p:ph idx="1" type="body"/>
          </p:nvPr>
        </p:nvSpPr>
        <p:spPr>
          <a:xfrm>
            <a:off x="387900" y="1489825"/>
            <a:ext cx="3999900" cy="30789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111" name="Google Shape;111;p19"/>
          <p:cNvSpPr txBox="1"/>
          <p:nvPr>
            <p:ph idx="2" type="body"/>
          </p:nvPr>
        </p:nvSpPr>
        <p:spPr>
          <a:xfrm>
            <a:off x="4756200" y="1489825"/>
            <a:ext cx="3999900" cy="30789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112" name="Google Shape;112;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3" name="Shape 113"/>
        <p:cNvGrpSpPr/>
        <p:nvPr/>
      </p:nvGrpSpPr>
      <p:grpSpPr>
        <a:xfrm>
          <a:off x="0" y="0"/>
          <a:ext cx="0" cy="0"/>
          <a:chOff x="0" y="0"/>
          <a:chExt cx="0" cy="0"/>
        </a:xfrm>
      </p:grpSpPr>
      <p:sp>
        <p:nvSpPr>
          <p:cNvPr id="114" name="Google Shape;114;p20"/>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15" name="Google Shape;115;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16" name="Shape 116"/>
        <p:cNvGrpSpPr/>
        <p:nvPr/>
      </p:nvGrpSpPr>
      <p:grpSpPr>
        <a:xfrm>
          <a:off x="0" y="0"/>
          <a:ext cx="0" cy="0"/>
          <a:chOff x="0" y="0"/>
          <a:chExt cx="0" cy="0"/>
        </a:xfrm>
      </p:grpSpPr>
      <p:cxnSp>
        <p:nvCxnSpPr>
          <p:cNvPr id="117" name="Google Shape;117;p21"/>
          <p:cNvCxnSpPr/>
          <p:nvPr/>
        </p:nvCxnSpPr>
        <p:spPr>
          <a:xfrm>
            <a:off x="489218" y="1412277"/>
            <a:ext cx="331500" cy="0"/>
          </a:xfrm>
          <a:prstGeom prst="straightConnector1">
            <a:avLst/>
          </a:prstGeom>
          <a:noFill/>
          <a:ln cap="flat" cmpd="sng" w="38100">
            <a:solidFill>
              <a:schemeClr val="accent4"/>
            </a:solidFill>
            <a:prstDash val="solid"/>
            <a:round/>
            <a:headEnd len="sm" w="sm" type="none"/>
            <a:tailEnd len="sm" w="sm" type="none"/>
          </a:ln>
        </p:spPr>
      </p:cxnSp>
      <p:sp>
        <p:nvSpPr>
          <p:cNvPr id="118" name="Google Shape;118;p21"/>
          <p:cNvSpPr txBox="1"/>
          <p:nvPr>
            <p:ph type="title"/>
          </p:nvPr>
        </p:nvSpPr>
        <p:spPr>
          <a:xfrm>
            <a:off x="3879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19" name="Google Shape;119;p21"/>
          <p:cNvSpPr txBox="1"/>
          <p:nvPr>
            <p:ph idx="1" type="body"/>
          </p:nvPr>
        </p:nvSpPr>
        <p:spPr>
          <a:xfrm>
            <a:off x="387900" y="1594025"/>
            <a:ext cx="2808000" cy="2681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120" name="Google Shape;120;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21" name="Shape 121"/>
        <p:cNvGrpSpPr/>
        <p:nvPr/>
      </p:nvGrpSpPr>
      <p:grpSpPr>
        <a:xfrm>
          <a:off x="0" y="0"/>
          <a:ext cx="0" cy="0"/>
          <a:chOff x="0" y="0"/>
          <a:chExt cx="0" cy="0"/>
        </a:xfrm>
      </p:grpSpPr>
      <p:sp>
        <p:nvSpPr>
          <p:cNvPr id="122" name="Google Shape;122;p22"/>
          <p:cNvSpPr txBox="1"/>
          <p:nvPr>
            <p:ph type="title"/>
          </p:nvPr>
        </p:nvSpPr>
        <p:spPr>
          <a:xfrm>
            <a:off x="490250" y="526350"/>
            <a:ext cx="56187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23" name="Google Shape;123;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4" name="Shape 124"/>
        <p:cNvGrpSpPr/>
        <p:nvPr/>
      </p:nvGrpSpPr>
      <p:grpSpPr>
        <a:xfrm>
          <a:off x="0" y="0"/>
          <a:ext cx="0" cy="0"/>
          <a:chOff x="0" y="0"/>
          <a:chExt cx="0" cy="0"/>
        </a:xfrm>
      </p:grpSpPr>
      <p:sp>
        <p:nvSpPr>
          <p:cNvPr id="125" name="Google Shape;125;p23"/>
          <p:cNvSpPr/>
          <p:nvPr/>
        </p:nvSpPr>
        <p:spPr>
          <a:xfrm>
            <a:off x="4572000" y="-7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6" name="Google Shape;126;p23"/>
          <p:cNvCxnSpPr/>
          <p:nvPr/>
        </p:nvCxnSpPr>
        <p:spPr>
          <a:xfrm>
            <a:off x="5029675" y="4495503"/>
            <a:ext cx="540900" cy="0"/>
          </a:xfrm>
          <a:prstGeom prst="straightConnector1">
            <a:avLst/>
          </a:prstGeom>
          <a:noFill/>
          <a:ln cap="flat" cmpd="sng" w="38100">
            <a:solidFill>
              <a:schemeClr val="accent5"/>
            </a:solidFill>
            <a:prstDash val="solid"/>
            <a:round/>
            <a:headEnd len="sm" w="sm" type="none"/>
            <a:tailEnd len="sm" w="sm" type="none"/>
          </a:ln>
        </p:spPr>
      </p:cxnSp>
      <p:sp>
        <p:nvSpPr>
          <p:cNvPr id="127" name="Google Shape;127;p23"/>
          <p:cNvSpPr txBox="1"/>
          <p:nvPr>
            <p:ph type="title"/>
          </p:nvPr>
        </p:nvSpPr>
        <p:spPr>
          <a:xfrm>
            <a:off x="265500" y="1209075"/>
            <a:ext cx="4045200" cy="1506300"/>
          </a:xfrm>
          <a:prstGeom prst="rect">
            <a:avLst/>
          </a:prstGeom>
        </p:spPr>
        <p:txBody>
          <a:bodyPr anchorCtr="0" anchor="b" bIns="91425" lIns="91425" spcFirstLastPara="1" rIns="91425" wrap="square" tIns="91425">
            <a:no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128" name="Google Shape;128;p23"/>
          <p:cNvSpPr txBox="1"/>
          <p:nvPr>
            <p:ph idx="1" type="subTitle"/>
          </p:nvPr>
        </p:nvSpPr>
        <p:spPr>
          <a:xfrm>
            <a:off x="265500" y="276900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p:txBody>
      </p:sp>
      <p:sp>
        <p:nvSpPr>
          <p:cNvPr id="129" name="Google Shape;129;p23"/>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30" name="Google Shape;130;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1" name="Shape 131"/>
        <p:cNvGrpSpPr/>
        <p:nvPr/>
      </p:nvGrpSpPr>
      <p:grpSpPr>
        <a:xfrm>
          <a:off x="0" y="0"/>
          <a:ext cx="0" cy="0"/>
          <a:chOff x="0" y="0"/>
          <a:chExt cx="0" cy="0"/>
        </a:xfrm>
      </p:grpSpPr>
      <p:sp>
        <p:nvSpPr>
          <p:cNvPr id="132" name="Google Shape;132;p24"/>
          <p:cNvSpPr txBox="1"/>
          <p:nvPr>
            <p:ph idx="1" type="body"/>
          </p:nvPr>
        </p:nvSpPr>
        <p:spPr>
          <a:xfrm>
            <a:off x="319500" y="4233725"/>
            <a:ext cx="5998800" cy="598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p:txBody>
      </p:sp>
      <p:sp>
        <p:nvSpPr>
          <p:cNvPr id="133" name="Google Shape;133;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34" name="Shape 134"/>
        <p:cNvGrpSpPr/>
        <p:nvPr/>
      </p:nvGrpSpPr>
      <p:grpSpPr>
        <a:xfrm>
          <a:off x="0" y="0"/>
          <a:ext cx="0" cy="0"/>
          <a:chOff x="0" y="0"/>
          <a:chExt cx="0" cy="0"/>
        </a:xfrm>
      </p:grpSpPr>
      <p:sp>
        <p:nvSpPr>
          <p:cNvPr id="135" name="Google Shape;135;p25"/>
          <p:cNvSpPr/>
          <p:nvPr/>
        </p:nvSpPr>
        <p:spPr>
          <a:xfrm>
            <a:off x="150" y="5076825"/>
            <a:ext cx="9143700" cy="6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25"/>
          <p:cNvSpPr txBox="1"/>
          <p:nvPr>
            <p:ph hasCustomPrompt="1" type="title"/>
          </p:nvPr>
        </p:nvSpPr>
        <p:spPr>
          <a:xfrm>
            <a:off x="387900" y="1152450"/>
            <a:ext cx="8368200" cy="1538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5"/>
              </a:buClr>
              <a:buSzPts val="13000"/>
              <a:buNone/>
              <a:defRPr sz="13000">
                <a:solidFill>
                  <a:schemeClr val="accent5"/>
                </a:solidFill>
              </a:defRPr>
            </a:lvl1pPr>
            <a:lvl2pPr lvl="1" algn="ctr">
              <a:spcBef>
                <a:spcPts val="0"/>
              </a:spcBef>
              <a:spcAft>
                <a:spcPts val="0"/>
              </a:spcAft>
              <a:buClr>
                <a:schemeClr val="accent5"/>
              </a:buClr>
              <a:buSzPts val="13000"/>
              <a:buNone/>
              <a:defRPr sz="13000">
                <a:solidFill>
                  <a:schemeClr val="accent5"/>
                </a:solidFill>
              </a:defRPr>
            </a:lvl2pPr>
            <a:lvl3pPr lvl="2" algn="ctr">
              <a:spcBef>
                <a:spcPts val="0"/>
              </a:spcBef>
              <a:spcAft>
                <a:spcPts val="0"/>
              </a:spcAft>
              <a:buClr>
                <a:schemeClr val="accent5"/>
              </a:buClr>
              <a:buSzPts val="13000"/>
              <a:buNone/>
              <a:defRPr sz="13000">
                <a:solidFill>
                  <a:schemeClr val="accent5"/>
                </a:solidFill>
              </a:defRPr>
            </a:lvl3pPr>
            <a:lvl4pPr lvl="3" algn="ctr">
              <a:spcBef>
                <a:spcPts val="0"/>
              </a:spcBef>
              <a:spcAft>
                <a:spcPts val="0"/>
              </a:spcAft>
              <a:buClr>
                <a:schemeClr val="accent5"/>
              </a:buClr>
              <a:buSzPts val="13000"/>
              <a:buNone/>
              <a:defRPr sz="13000">
                <a:solidFill>
                  <a:schemeClr val="accent5"/>
                </a:solidFill>
              </a:defRPr>
            </a:lvl4pPr>
            <a:lvl5pPr lvl="4" algn="ctr">
              <a:spcBef>
                <a:spcPts val="0"/>
              </a:spcBef>
              <a:spcAft>
                <a:spcPts val="0"/>
              </a:spcAft>
              <a:buClr>
                <a:schemeClr val="accent5"/>
              </a:buClr>
              <a:buSzPts val="13000"/>
              <a:buNone/>
              <a:defRPr sz="13000">
                <a:solidFill>
                  <a:schemeClr val="accent5"/>
                </a:solidFill>
              </a:defRPr>
            </a:lvl5pPr>
            <a:lvl6pPr lvl="5" algn="ctr">
              <a:spcBef>
                <a:spcPts val="0"/>
              </a:spcBef>
              <a:spcAft>
                <a:spcPts val="0"/>
              </a:spcAft>
              <a:buClr>
                <a:schemeClr val="accent5"/>
              </a:buClr>
              <a:buSzPts val="13000"/>
              <a:buNone/>
              <a:defRPr sz="13000">
                <a:solidFill>
                  <a:schemeClr val="accent5"/>
                </a:solidFill>
              </a:defRPr>
            </a:lvl6pPr>
            <a:lvl7pPr lvl="6" algn="ctr">
              <a:spcBef>
                <a:spcPts val="0"/>
              </a:spcBef>
              <a:spcAft>
                <a:spcPts val="0"/>
              </a:spcAft>
              <a:buClr>
                <a:schemeClr val="accent5"/>
              </a:buClr>
              <a:buSzPts val="13000"/>
              <a:buNone/>
              <a:defRPr sz="13000">
                <a:solidFill>
                  <a:schemeClr val="accent5"/>
                </a:solidFill>
              </a:defRPr>
            </a:lvl7pPr>
            <a:lvl8pPr lvl="7" algn="ctr">
              <a:spcBef>
                <a:spcPts val="0"/>
              </a:spcBef>
              <a:spcAft>
                <a:spcPts val="0"/>
              </a:spcAft>
              <a:buClr>
                <a:schemeClr val="accent5"/>
              </a:buClr>
              <a:buSzPts val="13000"/>
              <a:buNone/>
              <a:defRPr sz="13000">
                <a:solidFill>
                  <a:schemeClr val="accent5"/>
                </a:solidFill>
              </a:defRPr>
            </a:lvl8pPr>
            <a:lvl9pPr lvl="8" algn="ctr">
              <a:spcBef>
                <a:spcPts val="0"/>
              </a:spcBef>
              <a:spcAft>
                <a:spcPts val="0"/>
              </a:spcAft>
              <a:buClr>
                <a:schemeClr val="accent5"/>
              </a:buClr>
              <a:buSzPts val="13000"/>
              <a:buNone/>
              <a:defRPr sz="13000">
                <a:solidFill>
                  <a:schemeClr val="accent5"/>
                </a:solidFill>
              </a:defRPr>
            </a:lvl9pPr>
          </a:lstStyle>
          <a:p>
            <a:r>
              <a:t>xx%</a:t>
            </a:r>
          </a:p>
        </p:txBody>
      </p:sp>
      <p:sp>
        <p:nvSpPr>
          <p:cNvPr id="137" name="Google Shape;137;p25"/>
          <p:cNvSpPr txBox="1"/>
          <p:nvPr>
            <p:ph idx="1" type="body"/>
          </p:nvPr>
        </p:nvSpPr>
        <p:spPr>
          <a:xfrm>
            <a:off x="387900" y="2919450"/>
            <a:ext cx="8368200" cy="10716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138" name="Google Shape;138;p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9" name="Shape 139"/>
        <p:cNvGrpSpPr/>
        <p:nvPr/>
      </p:nvGrpSpPr>
      <p:grpSpPr>
        <a:xfrm>
          <a:off x="0" y="0"/>
          <a:ext cx="0" cy="0"/>
          <a:chOff x="0" y="0"/>
          <a:chExt cx="0" cy="0"/>
        </a:xfrm>
      </p:grpSpPr>
      <p:sp>
        <p:nvSpPr>
          <p:cNvPr id="140" name="Google Shape;140;p2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41" name="Shape 141"/>
        <p:cNvGrpSpPr/>
        <p:nvPr/>
      </p:nvGrpSpPr>
      <p:grpSpPr>
        <a:xfrm>
          <a:off x="0" y="0"/>
          <a:ext cx="0" cy="0"/>
          <a:chOff x="0" y="0"/>
          <a:chExt cx="0" cy="0"/>
        </a:xfrm>
      </p:grpSpPr>
      <p:sp>
        <p:nvSpPr>
          <p:cNvPr id="142" name="Google Shape;142;p27"/>
          <p:cNvSpPr/>
          <p:nvPr/>
        </p:nvSpPr>
        <p:spPr>
          <a:xfrm>
            <a:off x="284164" y="341831"/>
            <a:ext cx="8574000" cy="850500"/>
          </a:xfrm>
          <a:prstGeom prst="rect">
            <a:avLst/>
          </a:prstGeom>
          <a:solidFill>
            <a:srgbClr val="262626">
              <a:alpha val="69800"/>
            </a:srgbClr>
          </a:solidFill>
          <a:ln>
            <a:noFill/>
          </a:ln>
        </p:spPr>
        <p:txBody>
          <a:bodyPr anchorCtr="0" anchor="ctr" bIns="35650" lIns="71300" spcFirstLastPara="1" rIns="71300" wrap="square" tIns="3565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grpSp>
        <p:nvGrpSpPr>
          <p:cNvPr id="143" name="Google Shape;143;p27"/>
          <p:cNvGrpSpPr/>
          <p:nvPr/>
        </p:nvGrpSpPr>
        <p:grpSpPr>
          <a:xfrm>
            <a:off x="284164" y="1183388"/>
            <a:ext cx="8576301" cy="103050"/>
            <a:chOff x="284163" y="1577847"/>
            <a:chExt cx="8576301" cy="137400"/>
          </a:xfrm>
        </p:grpSpPr>
        <p:sp>
          <p:nvSpPr>
            <p:cNvPr id="144" name="Google Shape;144;p27"/>
            <p:cNvSpPr/>
            <p:nvPr/>
          </p:nvSpPr>
          <p:spPr>
            <a:xfrm>
              <a:off x="284163" y="1577847"/>
              <a:ext cx="1600200" cy="137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45" name="Google Shape;145;p27"/>
            <p:cNvSpPr/>
            <p:nvPr/>
          </p:nvSpPr>
          <p:spPr>
            <a:xfrm>
              <a:off x="1885174" y="1577847"/>
              <a:ext cx="2743200" cy="1374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46" name="Google Shape;146;p27"/>
            <p:cNvSpPr/>
            <p:nvPr/>
          </p:nvSpPr>
          <p:spPr>
            <a:xfrm>
              <a:off x="4626864" y="1577847"/>
              <a:ext cx="4233600" cy="1374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grpSp>
      <p:sp>
        <p:nvSpPr>
          <p:cNvPr id="147" name="Google Shape;147;p27"/>
          <p:cNvSpPr txBox="1"/>
          <p:nvPr>
            <p:ph type="title"/>
          </p:nvPr>
        </p:nvSpPr>
        <p:spPr>
          <a:xfrm>
            <a:off x="284164" y="472787"/>
            <a:ext cx="8574000" cy="725700"/>
          </a:xfrm>
          <a:prstGeom prst="rect">
            <a:avLst/>
          </a:prstGeom>
          <a:solidFill>
            <a:srgbClr val="262626">
              <a:alpha val="69800"/>
            </a:srgbClr>
          </a:solidFill>
          <a:ln>
            <a:noFill/>
          </a:ln>
        </p:spPr>
        <p:txBody>
          <a:bodyPr anchorCtr="0" anchor="ctr" bIns="91425" lIns="91425" spcFirstLastPara="1" rIns="91425" wrap="square" tIns="91425">
            <a:noAutofit/>
          </a:bodyPr>
          <a:lstStyle>
            <a:lvl1pPr indent="0" lvl="0" marL="0" marR="0" algn="r">
              <a:spcBef>
                <a:spcPts val="0"/>
              </a:spcBef>
              <a:spcAft>
                <a:spcPts val="0"/>
              </a:spcAft>
              <a:buClr>
                <a:schemeClr val="lt1"/>
              </a:buClr>
              <a:buSzPts val="3000"/>
              <a:buFont typeface="Corbel"/>
              <a:buNone/>
              <a:defRPr b="0" i="0" sz="3300" u="none" cap="none" strike="noStrike">
                <a:solidFill>
                  <a:schemeClr val="lt1"/>
                </a:solidFill>
                <a:latin typeface="Corbel"/>
                <a:ea typeface="Corbel"/>
                <a:cs typeface="Corbel"/>
                <a:sym typeface="Corbel"/>
              </a:defRPr>
            </a:lvl1pPr>
            <a:lvl2pPr indent="0" lvl="1">
              <a:spcBef>
                <a:spcPts val="0"/>
              </a:spcBef>
              <a:spcAft>
                <a:spcPts val="0"/>
              </a:spcAft>
              <a:buSzPts val="3000"/>
              <a:buNone/>
              <a:defRPr sz="1800"/>
            </a:lvl2pPr>
            <a:lvl3pPr indent="0" lvl="2">
              <a:spcBef>
                <a:spcPts val="0"/>
              </a:spcBef>
              <a:spcAft>
                <a:spcPts val="0"/>
              </a:spcAft>
              <a:buSzPts val="3000"/>
              <a:buNone/>
              <a:defRPr sz="1800"/>
            </a:lvl3pPr>
            <a:lvl4pPr indent="0" lvl="3">
              <a:spcBef>
                <a:spcPts val="0"/>
              </a:spcBef>
              <a:spcAft>
                <a:spcPts val="0"/>
              </a:spcAft>
              <a:buSzPts val="3000"/>
              <a:buNone/>
              <a:defRPr sz="1800"/>
            </a:lvl4pPr>
            <a:lvl5pPr indent="0" lvl="4">
              <a:spcBef>
                <a:spcPts val="0"/>
              </a:spcBef>
              <a:spcAft>
                <a:spcPts val="0"/>
              </a:spcAft>
              <a:buSzPts val="3000"/>
              <a:buNone/>
              <a:defRPr sz="1800"/>
            </a:lvl5pPr>
            <a:lvl6pPr indent="0" lvl="5">
              <a:spcBef>
                <a:spcPts val="0"/>
              </a:spcBef>
              <a:spcAft>
                <a:spcPts val="0"/>
              </a:spcAft>
              <a:buSzPts val="3000"/>
              <a:buNone/>
              <a:defRPr sz="1800"/>
            </a:lvl6pPr>
            <a:lvl7pPr indent="0" lvl="6">
              <a:spcBef>
                <a:spcPts val="0"/>
              </a:spcBef>
              <a:spcAft>
                <a:spcPts val="0"/>
              </a:spcAft>
              <a:buSzPts val="3000"/>
              <a:buNone/>
              <a:defRPr sz="1800"/>
            </a:lvl7pPr>
            <a:lvl8pPr indent="0" lvl="7">
              <a:spcBef>
                <a:spcPts val="0"/>
              </a:spcBef>
              <a:spcAft>
                <a:spcPts val="0"/>
              </a:spcAft>
              <a:buSzPts val="3000"/>
              <a:buNone/>
              <a:defRPr sz="1800"/>
            </a:lvl8pPr>
            <a:lvl9pPr indent="0" lvl="8">
              <a:spcBef>
                <a:spcPts val="0"/>
              </a:spcBef>
              <a:spcAft>
                <a:spcPts val="0"/>
              </a:spcAft>
              <a:buSzPts val="3000"/>
              <a:buNone/>
              <a:defRPr sz="1800"/>
            </a:lvl9pPr>
          </a:lstStyle>
          <a:p/>
        </p:txBody>
      </p:sp>
      <p:sp>
        <p:nvSpPr>
          <p:cNvPr id="148" name="Google Shape;148;p27"/>
          <p:cNvSpPr txBox="1"/>
          <p:nvPr>
            <p:ph idx="1" type="body"/>
          </p:nvPr>
        </p:nvSpPr>
        <p:spPr>
          <a:xfrm>
            <a:off x="1781504" y="1600201"/>
            <a:ext cx="7076700" cy="2994300"/>
          </a:xfrm>
          <a:prstGeom prst="rect">
            <a:avLst/>
          </a:prstGeom>
          <a:noFill/>
          <a:ln>
            <a:noFill/>
          </a:ln>
        </p:spPr>
        <p:txBody>
          <a:bodyPr anchorCtr="0" anchor="t" bIns="91425" lIns="91425" spcFirstLastPara="1" rIns="91425" wrap="square" tIns="91425">
            <a:noAutofit/>
          </a:bodyPr>
          <a:lstStyle>
            <a:lvl1pPr indent="-337185" lvl="0" marL="457200" marR="0" algn="l">
              <a:spcBef>
                <a:spcPts val="1560"/>
              </a:spcBef>
              <a:spcAft>
                <a:spcPts val="0"/>
              </a:spcAft>
              <a:buClr>
                <a:srgbClr val="A5A5A5"/>
              </a:buClr>
              <a:buSzPts val="1710"/>
              <a:buFont typeface="Noto Sans Symbols"/>
              <a:buChar char="↗"/>
              <a:defRPr b="0" i="0" sz="1900" u="none" cap="none" strike="noStrike">
                <a:solidFill>
                  <a:srgbClr val="262626"/>
                </a:solidFill>
                <a:latin typeface="Calibri"/>
                <a:ea typeface="Calibri"/>
                <a:cs typeface="Calibri"/>
                <a:sym typeface="Calibri"/>
              </a:defRPr>
            </a:lvl1pPr>
            <a:lvl2pPr indent="-325755" lvl="1" marL="914400" marR="0" algn="l">
              <a:spcBef>
                <a:spcPts val="1600"/>
              </a:spcBef>
              <a:spcAft>
                <a:spcPts val="0"/>
              </a:spcAft>
              <a:buClr>
                <a:srgbClr val="3F3F3F"/>
              </a:buClr>
              <a:buSzPts val="1530"/>
              <a:buFont typeface="Noto Sans Symbols"/>
              <a:buChar char="↗"/>
              <a:defRPr b="0" i="0" sz="1700" u="none" cap="none" strike="noStrike">
                <a:solidFill>
                  <a:srgbClr val="262626"/>
                </a:solidFill>
                <a:latin typeface="Calibri"/>
                <a:ea typeface="Calibri"/>
                <a:cs typeface="Calibri"/>
                <a:sym typeface="Calibri"/>
              </a:defRPr>
            </a:lvl2pPr>
            <a:lvl3pPr indent="-320040" lvl="2" marL="1371600" marR="0" algn="l">
              <a:spcBef>
                <a:spcPts val="1600"/>
              </a:spcBef>
              <a:spcAft>
                <a:spcPts val="0"/>
              </a:spcAft>
              <a:buClr>
                <a:srgbClr val="A5A5A5"/>
              </a:buClr>
              <a:buSzPts val="1440"/>
              <a:buFont typeface="Noto Sans Symbols"/>
              <a:buChar char="↗"/>
              <a:defRPr b="0" i="0" sz="1600" u="none" cap="none" strike="noStrike">
                <a:solidFill>
                  <a:srgbClr val="262626"/>
                </a:solidFill>
                <a:latin typeface="Calibri"/>
                <a:ea typeface="Calibri"/>
                <a:cs typeface="Calibri"/>
                <a:sym typeface="Calibri"/>
              </a:defRPr>
            </a:lvl3pPr>
            <a:lvl4pPr indent="-308610" lvl="3" marL="1828800" marR="0" algn="l">
              <a:spcBef>
                <a:spcPts val="1600"/>
              </a:spcBef>
              <a:spcAft>
                <a:spcPts val="0"/>
              </a:spcAft>
              <a:buClr>
                <a:srgbClr val="3F3F3F"/>
              </a:buClr>
              <a:buSzPts val="1260"/>
              <a:buFont typeface="Noto Sans Symbols"/>
              <a:buChar char="↗"/>
              <a:defRPr b="0" i="0" sz="1400" u="none" cap="none" strike="noStrike">
                <a:solidFill>
                  <a:srgbClr val="262626"/>
                </a:solidFill>
                <a:latin typeface="Calibri"/>
                <a:ea typeface="Calibri"/>
                <a:cs typeface="Calibri"/>
                <a:sym typeface="Calibri"/>
              </a:defRPr>
            </a:lvl4pPr>
            <a:lvl5pPr indent="-308610" lvl="4" marL="2286000" marR="0" algn="l">
              <a:spcBef>
                <a:spcPts val="1600"/>
              </a:spcBef>
              <a:spcAft>
                <a:spcPts val="0"/>
              </a:spcAft>
              <a:buClr>
                <a:srgbClr val="A5A5A5"/>
              </a:buClr>
              <a:buSzPts val="1260"/>
              <a:buFont typeface="Noto Sans Symbols"/>
              <a:buChar char="↗"/>
              <a:defRPr b="0" i="0" sz="1400" u="none" cap="none" strike="noStrike">
                <a:solidFill>
                  <a:srgbClr val="262626"/>
                </a:solidFill>
                <a:latin typeface="Calibri"/>
                <a:ea typeface="Calibri"/>
                <a:cs typeface="Calibri"/>
                <a:sym typeface="Calibri"/>
              </a:defRPr>
            </a:lvl5pPr>
            <a:lvl6pPr indent="-308610" lvl="5" marL="2743200" marR="0" algn="l">
              <a:spcBef>
                <a:spcPts val="1600"/>
              </a:spcBef>
              <a:spcAft>
                <a:spcPts val="0"/>
              </a:spcAft>
              <a:buClr>
                <a:srgbClr val="3F3F3F"/>
              </a:buClr>
              <a:buSzPts val="1260"/>
              <a:buFont typeface="Noto Sans Symbols"/>
              <a:buChar char="↗"/>
              <a:defRPr b="0" i="0" sz="1400" u="none" cap="none" strike="noStrike">
                <a:solidFill>
                  <a:srgbClr val="262626"/>
                </a:solidFill>
                <a:latin typeface="Calibri"/>
                <a:ea typeface="Calibri"/>
                <a:cs typeface="Calibri"/>
                <a:sym typeface="Calibri"/>
              </a:defRPr>
            </a:lvl6pPr>
            <a:lvl7pPr indent="-308610" lvl="6" marL="3200400" marR="0" algn="l">
              <a:spcBef>
                <a:spcPts val="1600"/>
              </a:spcBef>
              <a:spcAft>
                <a:spcPts val="0"/>
              </a:spcAft>
              <a:buClr>
                <a:srgbClr val="A5A5A5"/>
              </a:buClr>
              <a:buSzPts val="1260"/>
              <a:buFont typeface="Noto Sans Symbols"/>
              <a:buChar char="↗"/>
              <a:defRPr b="0" i="0" sz="1400" u="none" cap="none" strike="noStrike">
                <a:solidFill>
                  <a:srgbClr val="262626"/>
                </a:solidFill>
                <a:latin typeface="Calibri"/>
                <a:ea typeface="Calibri"/>
                <a:cs typeface="Calibri"/>
                <a:sym typeface="Calibri"/>
              </a:defRPr>
            </a:lvl7pPr>
            <a:lvl8pPr indent="-308610" lvl="7" marL="3657600" marR="0" algn="l">
              <a:spcBef>
                <a:spcPts val="1600"/>
              </a:spcBef>
              <a:spcAft>
                <a:spcPts val="0"/>
              </a:spcAft>
              <a:buClr>
                <a:srgbClr val="3F3F3F"/>
              </a:buClr>
              <a:buSzPts val="1260"/>
              <a:buFont typeface="Noto Sans Symbols"/>
              <a:buChar char="↗"/>
              <a:defRPr b="0" i="0" sz="1400" u="none" cap="none" strike="noStrike">
                <a:solidFill>
                  <a:srgbClr val="262626"/>
                </a:solidFill>
                <a:latin typeface="Calibri"/>
                <a:ea typeface="Calibri"/>
                <a:cs typeface="Calibri"/>
                <a:sym typeface="Calibri"/>
              </a:defRPr>
            </a:lvl8pPr>
            <a:lvl9pPr indent="-308610" lvl="8" marL="4114800" marR="0" algn="l">
              <a:spcBef>
                <a:spcPts val="1600"/>
              </a:spcBef>
              <a:spcAft>
                <a:spcPts val="1600"/>
              </a:spcAft>
              <a:buClr>
                <a:srgbClr val="A5A5A5"/>
              </a:buClr>
              <a:buSzPts val="1260"/>
              <a:buFont typeface="Noto Sans Symbols"/>
              <a:buChar char="↗"/>
              <a:defRPr b="0" i="0" sz="1400" u="none" cap="none" strike="noStrike">
                <a:solidFill>
                  <a:srgbClr val="262626"/>
                </a:solidFill>
                <a:latin typeface="Calibri"/>
                <a:ea typeface="Calibri"/>
                <a:cs typeface="Calibri"/>
                <a:sym typeface="Calibri"/>
              </a:defRPr>
            </a:lvl9pPr>
          </a:lstStyle>
          <a:p/>
        </p:txBody>
      </p:sp>
      <p:sp>
        <p:nvSpPr>
          <p:cNvPr id="149" name="Google Shape;149;p27"/>
          <p:cNvSpPr txBox="1"/>
          <p:nvPr>
            <p:ph idx="10" type="dt"/>
          </p:nvPr>
        </p:nvSpPr>
        <p:spPr>
          <a:xfrm>
            <a:off x="6794936" y="4827775"/>
            <a:ext cx="2133600" cy="273900"/>
          </a:xfrm>
          <a:prstGeom prst="rect">
            <a:avLst/>
          </a:prstGeom>
          <a:noFill/>
          <a:ln>
            <a:noFill/>
          </a:ln>
        </p:spPr>
        <p:txBody>
          <a:bodyPr anchorCtr="0" anchor="ctr" bIns="91425" lIns="91425" spcFirstLastPara="1" rIns="91425" wrap="square" tIns="91425">
            <a:noAutofit/>
          </a:bodyPr>
          <a:lstStyle>
            <a:lvl1pPr indent="0" lvl="0" marL="0" marR="0" algn="r">
              <a:spcBef>
                <a:spcPts val="0"/>
              </a:spcBef>
              <a:spcAft>
                <a:spcPts val="0"/>
              </a:spcAft>
              <a:buSzPts val="1400"/>
              <a:buNone/>
              <a:defRPr b="1" sz="900">
                <a:solidFill>
                  <a:srgbClr val="A5A5A5"/>
                </a:solidFill>
                <a:latin typeface="Calibri"/>
                <a:ea typeface="Calibri"/>
                <a:cs typeface="Calibri"/>
                <a:sym typeface="Calibri"/>
              </a:defRPr>
            </a:lvl1pPr>
            <a:lvl2pPr indent="-1016" lvl="1" marL="356616" marR="0" algn="l">
              <a:spcBef>
                <a:spcPts val="0"/>
              </a:spcBef>
              <a:spcAft>
                <a:spcPts val="0"/>
              </a:spcAft>
              <a:buSzPts val="1400"/>
              <a:buNone/>
              <a:defRPr b="0" i="0" sz="1400" u="none" cap="none" strike="noStrike">
                <a:solidFill>
                  <a:schemeClr val="dk1"/>
                </a:solidFill>
                <a:latin typeface="Calibri"/>
                <a:ea typeface="Calibri"/>
                <a:cs typeface="Calibri"/>
                <a:sym typeface="Calibri"/>
              </a:defRPr>
            </a:lvl2pPr>
            <a:lvl3pPr indent="-2032" lvl="2" marL="713232" marR="0" algn="l">
              <a:spcBef>
                <a:spcPts val="0"/>
              </a:spcBef>
              <a:spcAft>
                <a:spcPts val="0"/>
              </a:spcAft>
              <a:buSzPts val="1400"/>
              <a:buNone/>
              <a:defRPr b="0" i="0" sz="1400" u="none" cap="none" strike="noStrike">
                <a:solidFill>
                  <a:schemeClr val="dk1"/>
                </a:solidFill>
                <a:latin typeface="Calibri"/>
                <a:ea typeface="Calibri"/>
                <a:cs typeface="Calibri"/>
                <a:sym typeface="Calibri"/>
              </a:defRPr>
            </a:lvl3pPr>
            <a:lvl4pPr indent="-3048" lvl="3" marL="1069848" marR="0" algn="l">
              <a:spcBef>
                <a:spcPts val="0"/>
              </a:spcBef>
              <a:spcAft>
                <a:spcPts val="0"/>
              </a:spcAft>
              <a:buSzPts val="1400"/>
              <a:buNone/>
              <a:defRPr b="0" i="0" sz="1400" u="none" cap="none" strike="noStrike">
                <a:solidFill>
                  <a:schemeClr val="dk1"/>
                </a:solidFill>
                <a:latin typeface="Calibri"/>
                <a:ea typeface="Calibri"/>
                <a:cs typeface="Calibri"/>
                <a:sym typeface="Calibri"/>
              </a:defRPr>
            </a:lvl4pPr>
            <a:lvl5pPr indent="-4064" lvl="4" marL="1426464" marR="0" algn="l">
              <a:spcBef>
                <a:spcPts val="0"/>
              </a:spcBef>
              <a:spcAft>
                <a:spcPts val="0"/>
              </a:spcAft>
              <a:buSzPts val="1400"/>
              <a:buNone/>
              <a:defRPr b="0" i="0" sz="1400" u="none" cap="none" strike="noStrike">
                <a:solidFill>
                  <a:schemeClr val="dk1"/>
                </a:solidFill>
                <a:latin typeface="Calibri"/>
                <a:ea typeface="Calibri"/>
                <a:cs typeface="Calibri"/>
                <a:sym typeface="Calibri"/>
              </a:defRPr>
            </a:lvl5pPr>
            <a:lvl6pPr indent="-5080" lvl="5" marL="1783080" marR="0" algn="l">
              <a:spcBef>
                <a:spcPts val="0"/>
              </a:spcBef>
              <a:spcAft>
                <a:spcPts val="0"/>
              </a:spcAft>
              <a:buSzPts val="1400"/>
              <a:buNone/>
              <a:defRPr b="0" i="0" sz="1400" u="none" cap="none" strike="noStrike">
                <a:solidFill>
                  <a:schemeClr val="dk1"/>
                </a:solidFill>
                <a:latin typeface="Calibri"/>
                <a:ea typeface="Calibri"/>
                <a:cs typeface="Calibri"/>
                <a:sym typeface="Calibri"/>
              </a:defRPr>
            </a:lvl6pPr>
            <a:lvl7pPr indent="-6096" lvl="6" marL="2139696" marR="0" algn="l">
              <a:spcBef>
                <a:spcPts val="0"/>
              </a:spcBef>
              <a:spcAft>
                <a:spcPts val="0"/>
              </a:spcAft>
              <a:buSzPts val="1400"/>
              <a:buNone/>
              <a:defRPr b="0" i="0" sz="1400" u="none" cap="none" strike="noStrike">
                <a:solidFill>
                  <a:schemeClr val="dk1"/>
                </a:solidFill>
                <a:latin typeface="Calibri"/>
                <a:ea typeface="Calibri"/>
                <a:cs typeface="Calibri"/>
                <a:sym typeface="Calibri"/>
              </a:defRPr>
            </a:lvl7pPr>
            <a:lvl8pPr indent="-7112" lvl="7" marL="2496312" marR="0" algn="l">
              <a:spcBef>
                <a:spcPts val="0"/>
              </a:spcBef>
              <a:spcAft>
                <a:spcPts val="0"/>
              </a:spcAft>
              <a:buSzPts val="1400"/>
              <a:buNone/>
              <a:defRPr b="0" i="0" sz="1400" u="none" cap="none" strike="noStrike">
                <a:solidFill>
                  <a:schemeClr val="dk1"/>
                </a:solidFill>
                <a:latin typeface="Calibri"/>
                <a:ea typeface="Calibri"/>
                <a:cs typeface="Calibri"/>
                <a:sym typeface="Calibri"/>
              </a:defRPr>
            </a:lvl8pPr>
            <a:lvl9pPr indent="-8128" lvl="8" marL="2852928" marR="0" algn="l">
              <a:spcBef>
                <a:spcPts val="0"/>
              </a:spcBef>
              <a:spcAft>
                <a:spcPts val="0"/>
              </a:spcAft>
              <a:buSzPts val="1400"/>
              <a:buNone/>
              <a:defRPr b="0" i="0" sz="1400" u="none" cap="none" strike="noStrike">
                <a:solidFill>
                  <a:schemeClr val="dk1"/>
                </a:solidFill>
                <a:latin typeface="Calibri"/>
                <a:ea typeface="Calibri"/>
                <a:cs typeface="Calibri"/>
                <a:sym typeface="Calibri"/>
              </a:defRPr>
            </a:lvl9pPr>
          </a:lstStyle>
          <a:p/>
        </p:txBody>
      </p:sp>
      <p:sp>
        <p:nvSpPr>
          <p:cNvPr id="150" name="Google Shape;150;p27"/>
          <p:cNvSpPr txBox="1"/>
          <p:nvPr>
            <p:ph idx="11" type="ftr"/>
          </p:nvPr>
        </p:nvSpPr>
        <p:spPr>
          <a:xfrm>
            <a:off x="199698" y="4827775"/>
            <a:ext cx="6124800" cy="273900"/>
          </a:xfrm>
          <a:prstGeom prst="rect">
            <a:avLst/>
          </a:prstGeom>
          <a:noFill/>
          <a:ln>
            <a:noFill/>
          </a:ln>
        </p:spPr>
        <p:txBody>
          <a:bodyPr anchorCtr="0" anchor="ctr" bIns="91425" lIns="91425" spcFirstLastPara="1" rIns="91425" wrap="square" tIns="91425">
            <a:noAutofit/>
          </a:bodyPr>
          <a:lstStyle>
            <a:lvl1pPr indent="0" lvl="0" marL="0" marR="0" algn="l">
              <a:spcBef>
                <a:spcPts val="0"/>
              </a:spcBef>
              <a:spcAft>
                <a:spcPts val="0"/>
              </a:spcAft>
              <a:buSzPts val="1400"/>
              <a:buNone/>
              <a:defRPr b="1" sz="900">
                <a:solidFill>
                  <a:srgbClr val="A5A5A5"/>
                </a:solidFill>
                <a:latin typeface="Calibri"/>
                <a:ea typeface="Calibri"/>
                <a:cs typeface="Calibri"/>
                <a:sym typeface="Calibri"/>
              </a:defRPr>
            </a:lvl1pPr>
            <a:lvl2pPr indent="-1016" lvl="1" marL="356616" marR="0" algn="l">
              <a:spcBef>
                <a:spcPts val="0"/>
              </a:spcBef>
              <a:spcAft>
                <a:spcPts val="0"/>
              </a:spcAft>
              <a:buSzPts val="1400"/>
              <a:buNone/>
              <a:defRPr b="0" i="0" sz="1400" u="none" cap="none" strike="noStrike">
                <a:solidFill>
                  <a:schemeClr val="dk1"/>
                </a:solidFill>
                <a:latin typeface="Calibri"/>
                <a:ea typeface="Calibri"/>
                <a:cs typeface="Calibri"/>
                <a:sym typeface="Calibri"/>
              </a:defRPr>
            </a:lvl2pPr>
            <a:lvl3pPr indent="-2032" lvl="2" marL="713232" marR="0" algn="l">
              <a:spcBef>
                <a:spcPts val="0"/>
              </a:spcBef>
              <a:spcAft>
                <a:spcPts val="0"/>
              </a:spcAft>
              <a:buSzPts val="1400"/>
              <a:buNone/>
              <a:defRPr b="0" i="0" sz="1400" u="none" cap="none" strike="noStrike">
                <a:solidFill>
                  <a:schemeClr val="dk1"/>
                </a:solidFill>
                <a:latin typeface="Calibri"/>
                <a:ea typeface="Calibri"/>
                <a:cs typeface="Calibri"/>
                <a:sym typeface="Calibri"/>
              </a:defRPr>
            </a:lvl3pPr>
            <a:lvl4pPr indent="-3048" lvl="3" marL="1069848" marR="0" algn="l">
              <a:spcBef>
                <a:spcPts val="0"/>
              </a:spcBef>
              <a:spcAft>
                <a:spcPts val="0"/>
              </a:spcAft>
              <a:buSzPts val="1400"/>
              <a:buNone/>
              <a:defRPr b="0" i="0" sz="1400" u="none" cap="none" strike="noStrike">
                <a:solidFill>
                  <a:schemeClr val="dk1"/>
                </a:solidFill>
                <a:latin typeface="Calibri"/>
                <a:ea typeface="Calibri"/>
                <a:cs typeface="Calibri"/>
                <a:sym typeface="Calibri"/>
              </a:defRPr>
            </a:lvl4pPr>
            <a:lvl5pPr indent="-4064" lvl="4" marL="1426464" marR="0" algn="l">
              <a:spcBef>
                <a:spcPts val="0"/>
              </a:spcBef>
              <a:spcAft>
                <a:spcPts val="0"/>
              </a:spcAft>
              <a:buSzPts val="1400"/>
              <a:buNone/>
              <a:defRPr b="0" i="0" sz="1400" u="none" cap="none" strike="noStrike">
                <a:solidFill>
                  <a:schemeClr val="dk1"/>
                </a:solidFill>
                <a:latin typeface="Calibri"/>
                <a:ea typeface="Calibri"/>
                <a:cs typeface="Calibri"/>
                <a:sym typeface="Calibri"/>
              </a:defRPr>
            </a:lvl5pPr>
            <a:lvl6pPr indent="-5080" lvl="5" marL="1783080" marR="0" algn="l">
              <a:spcBef>
                <a:spcPts val="0"/>
              </a:spcBef>
              <a:spcAft>
                <a:spcPts val="0"/>
              </a:spcAft>
              <a:buSzPts val="1400"/>
              <a:buNone/>
              <a:defRPr b="0" i="0" sz="1400" u="none" cap="none" strike="noStrike">
                <a:solidFill>
                  <a:schemeClr val="dk1"/>
                </a:solidFill>
                <a:latin typeface="Calibri"/>
                <a:ea typeface="Calibri"/>
                <a:cs typeface="Calibri"/>
                <a:sym typeface="Calibri"/>
              </a:defRPr>
            </a:lvl6pPr>
            <a:lvl7pPr indent="-6096" lvl="6" marL="2139696" marR="0" algn="l">
              <a:spcBef>
                <a:spcPts val="0"/>
              </a:spcBef>
              <a:spcAft>
                <a:spcPts val="0"/>
              </a:spcAft>
              <a:buSzPts val="1400"/>
              <a:buNone/>
              <a:defRPr b="0" i="0" sz="1400" u="none" cap="none" strike="noStrike">
                <a:solidFill>
                  <a:schemeClr val="dk1"/>
                </a:solidFill>
                <a:latin typeface="Calibri"/>
                <a:ea typeface="Calibri"/>
                <a:cs typeface="Calibri"/>
                <a:sym typeface="Calibri"/>
              </a:defRPr>
            </a:lvl7pPr>
            <a:lvl8pPr indent="-7112" lvl="7" marL="2496312" marR="0" algn="l">
              <a:spcBef>
                <a:spcPts val="0"/>
              </a:spcBef>
              <a:spcAft>
                <a:spcPts val="0"/>
              </a:spcAft>
              <a:buSzPts val="1400"/>
              <a:buNone/>
              <a:defRPr b="0" i="0" sz="1400" u="none" cap="none" strike="noStrike">
                <a:solidFill>
                  <a:schemeClr val="dk1"/>
                </a:solidFill>
                <a:latin typeface="Calibri"/>
                <a:ea typeface="Calibri"/>
                <a:cs typeface="Calibri"/>
                <a:sym typeface="Calibri"/>
              </a:defRPr>
            </a:lvl8pPr>
            <a:lvl9pPr indent="-8128" lvl="8" marL="2852928" marR="0" algn="l">
              <a:spcBef>
                <a:spcPts val="0"/>
              </a:spcBef>
              <a:spcAft>
                <a:spcPts val="0"/>
              </a:spcAft>
              <a:buSzPts val="1400"/>
              <a:buNone/>
              <a:defRPr b="0" i="0" sz="1400" u="none" cap="none" strike="noStrike">
                <a:solidFill>
                  <a:schemeClr val="dk1"/>
                </a:solidFill>
                <a:latin typeface="Calibri"/>
                <a:ea typeface="Calibri"/>
                <a:cs typeface="Calibri"/>
                <a:sym typeface="Calibri"/>
              </a:defRPr>
            </a:lvl9pPr>
          </a:lstStyle>
          <a:p/>
        </p:txBody>
      </p:sp>
      <p:sp>
        <p:nvSpPr>
          <p:cNvPr id="151" name="Google Shape;151;p27"/>
          <p:cNvSpPr txBox="1"/>
          <p:nvPr>
            <p:ph idx="12" type="sldNum"/>
          </p:nvPr>
        </p:nvSpPr>
        <p:spPr>
          <a:xfrm>
            <a:off x="8306459" y="125510"/>
            <a:ext cx="630600" cy="269700"/>
          </a:xfrm>
          <a:prstGeom prst="rect">
            <a:avLst/>
          </a:prstGeom>
          <a:noFill/>
          <a:ln>
            <a:noFill/>
          </a:ln>
        </p:spPr>
        <p:txBody>
          <a:bodyPr anchorCtr="0" anchor="ctr" bIns="35650" lIns="71300" spcFirstLastPara="1" rIns="71300" wrap="square" tIns="35650">
            <a:noAutofit/>
          </a:bodyPr>
          <a:lstStyle>
            <a:lvl1pPr indent="0" lvl="0" marL="0" marR="0" algn="r">
              <a:spcBef>
                <a:spcPts val="0"/>
              </a:spcBef>
              <a:buNone/>
              <a:defRPr b="1" sz="1100">
                <a:solidFill>
                  <a:srgbClr val="262626"/>
                </a:solidFill>
                <a:latin typeface="Calibri"/>
                <a:ea typeface="Calibri"/>
                <a:cs typeface="Calibri"/>
                <a:sym typeface="Calibri"/>
              </a:defRPr>
            </a:lvl1pPr>
            <a:lvl2pPr indent="0" lvl="1" marL="0" marR="0" algn="r">
              <a:spcBef>
                <a:spcPts val="0"/>
              </a:spcBef>
              <a:buNone/>
              <a:defRPr b="1" sz="1100">
                <a:solidFill>
                  <a:srgbClr val="262626"/>
                </a:solidFill>
                <a:latin typeface="Calibri"/>
                <a:ea typeface="Calibri"/>
                <a:cs typeface="Calibri"/>
                <a:sym typeface="Calibri"/>
              </a:defRPr>
            </a:lvl2pPr>
            <a:lvl3pPr indent="0" lvl="2" marL="0" marR="0" algn="r">
              <a:spcBef>
                <a:spcPts val="0"/>
              </a:spcBef>
              <a:buNone/>
              <a:defRPr b="1" sz="1100">
                <a:solidFill>
                  <a:srgbClr val="262626"/>
                </a:solidFill>
                <a:latin typeface="Calibri"/>
                <a:ea typeface="Calibri"/>
                <a:cs typeface="Calibri"/>
                <a:sym typeface="Calibri"/>
              </a:defRPr>
            </a:lvl3pPr>
            <a:lvl4pPr indent="0" lvl="3" marL="0" marR="0" algn="r">
              <a:spcBef>
                <a:spcPts val="0"/>
              </a:spcBef>
              <a:buNone/>
              <a:defRPr b="1" sz="1100">
                <a:solidFill>
                  <a:srgbClr val="262626"/>
                </a:solidFill>
                <a:latin typeface="Calibri"/>
                <a:ea typeface="Calibri"/>
                <a:cs typeface="Calibri"/>
                <a:sym typeface="Calibri"/>
              </a:defRPr>
            </a:lvl4pPr>
            <a:lvl5pPr indent="0" lvl="4" marL="0" marR="0" algn="r">
              <a:spcBef>
                <a:spcPts val="0"/>
              </a:spcBef>
              <a:buNone/>
              <a:defRPr b="1" sz="1100">
                <a:solidFill>
                  <a:srgbClr val="262626"/>
                </a:solidFill>
                <a:latin typeface="Calibri"/>
                <a:ea typeface="Calibri"/>
                <a:cs typeface="Calibri"/>
                <a:sym typeface="Calibri"/>
              </a:defRPr>
            </a:lvl5pPr>
            <a:lvl6pPr indent="0" lvl="5" marL="0" marR="0" algn="r">
              <a:spcBef>
                <a:spcPts val="0"/>
              </a:spcBef>
              <a:buNone/>
              <a:defRPr b="1" sz="1100">
                <a:solidFill>
                  <a:srgbClr val="262626"/>
                </a:solidFill>
                <a:latin typeface="Calibri"/>
                <a:ea typeface="Calibri"/>
                <a:cs typeface="Calibri"/>
                <a:sym typeface="Calibri"/>
              </a:defRPr>
            </a:lvl6pPr>
            <a:lvl7pPr indent="0" lvl="6" marL="0" marR="0" algn="r">
              <a:spcBef>
                <a:spcPts val="0"/>
              </a:spcBef>
              <a:buNone/>
              <a:defRPr b="1" sz="1100">
                <a:solidFill>
                  <a:srgbClr val="262626"/>
                </a:solidFill>
                <a:latin typeface="Calibri"/>
                <a:ea typeface="Calibri"/>
                <a:cs typeface="Calibri"/>
                <a:sym typeface="Calibri"/>
              </a:defRPr>
            </a:lvl7pPr>
            <a:lvl8pPr indent="0" lvl="7" marL="0" marR="0" algn="r">
              <a:spcBef>
                <a:spcPts val="0"/>
              </a:spcBef>
              <a:buNone/>
              <a:defRPr b="1" sz="1100">
                <a:solidFill>
                  <a:srgbClr val="262626"/>
                </a:solidFill>
                <a:latin typeface="Calibri"/>
                <a:ea typeface="Calibri"/>
                <a:cs typeface="Calibri"/>
                <a:sym typeface="Calibri"/>
              </a:defRPr>
            </a:lvl8pPr>
            <a:lvl9pPr indent="0" lvl="8" marL="0" marR="0" algn="r">
              <a:spcBef>
                <a:spcPts val="0"/>
              </a:spcBef>
              <a:buNone/>
              <a:defRPr b="1" sz="1100">
                <a:solidFill>
                  <a:srgbClr val="26262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52" name="Shape 152"/>
        <p:cNvGrpSpPr/>
        <p:nvPr/>
      </p:nvGrpSpPr>
      <p:grpSpPr>
        <a:xfrm>
          <a:off x="0" y="0"/>
          <a:ext cx="0" cy="0"/>
          <a:chOff x="0" y="0"/>
          <a:chExt cx="0" cy="0"/>
        </a:xfrm>
      </p:grpSpPr>
      <p:sp>
        <p:nvSpPr>
          <p:cNvPr id="153" name="Google Shape;153;p28"/>
          <p:cNvSpPr/>
          <p:nvPr/>
        </p:nvSpPr>
        <p:spPr>
          <a:xfrm>
            <a:off x="284164" y="341831"/>
            <a:ext cx="8574000" cy="850500"/>
          </a:xfrm>
          <a:prstGeom prst="rect">
            <a:avLst/>
          </a:prstGeom>
          <a:solidFill>
            <a:srgbClr val="262626">
              <a:alpha val="69800"/>
            </a:srgbClr>
          </a:solidFill>
          <a:ln>
            <a:noFill/>
          </a:ln>
        </p:spPr>
        <p:txBody>
          <a:bodyPr anchorCtr="0" anchor="ctr" bIns="35650" lIns="71300" spcFirstLastPara="1" rIns="71300" wrap="square" tIns="3565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grpSp>
        <p:nvGrpSpPr>
          <p:cNvPr id="154" name="Google Shape;154;p28"/>
          <p:cNvGrpSpPr/>
          <p:nvPr/>
        </p:nvGrpSpPr>
        <p:grpSpPr>
          <a:xfrm>
            <a:off x="284164" y="1183388"/>
            <a:ext cx="8576301" cy="103050"/>
            <a:chOff x="284163" y="1577847"/>
            <a:chExt cx="8576301" cy="137400"/>
          </a:xfrm>
        </p:grpSpPr>
        <p:sp>
          <p:nvSpPr>
            <p:cNvPr id="155" name="Google Shape;155;p28"/>
            <p:cNvSpPr/>
            <p:nvPr/>
          </p:nvSpPr>
          <p:spPr>
            <a:xfrm>
              <a:off x="284163" y="1577847"/>
              <a:ext cx="1600200" cy="137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56" name="Google Shape;156;p28"/>
            <p:cNvSpPr/>
            <p:nvPr/>
          </p:nvSpPr>
          <p:spPr>
            <a:xfrm>
              <a:off x="1885174" y="1577847"/>
              <a:ext cx="2743200" cy="1374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57" name="Google Shape;157;p28"/>
            <p:cNvSpPr/>
            <p:nvPr/>
          </p:nvSpPr>
          <p:spPr>
            <a:xfrm>
              <a:off x="4626864" y="1577847"/>
              <a:ext cx="4233600" cy="1374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grpSp>
      <p:sp>
        <p:nvSpPr>
          <p:cNvPr id="158" name="Google Shape;158;p28"/>
          <p:cNvSpPr txBox="1"/>
          <p:nvPr>
            <p:ph type="title"/>
          </p:nvPr>
        </p:nvSpPr>
        <p:spPr>
          <a:xfrm>
            <a:off x="284164" y="472787"/>
            <a:ext cx="8574000" cy="725700"/>
          </a:xfrm>
          <a:prstGeom prst="rect">
            <a:avLst/>
          </a:prstGeom>
          <a:solidFill>
            <a:srgbClr val="262626">
              <a:alpha val="69800"/>
            </a:srgbClr>
          </a:solidFill>
          <a:ln>
            <a:noFill/>
          </a:ln>
        </p:spPr>
        <p:txBody>
          <a:bodyPr anchorCtr="0" anchor="ctr" bIns="91425" lIns="91425" spcFirstLastPara="1" rIns="91425" wrap="square" tIns="91425">
            <a:noAutofit/>
          </a:bodyPr>
          <a:lstStyle>
            <a:lvl1pPr indent="0" lvl="0" marL="0" marR="0" algn="r">
              <a:spcBef>
                <a:spcPts val="0"/>
              </a:spcBef>
              <a:spcAft>
                <a:spcPts val="0"/>
              </a:spcAft>
              <a:buClr>
                <a:schemeClr val="lt1"/>
              </a:buClr>
              <a:buSzPts val="3000"/>
              <a:buFont typeface="Corbel"/>
              <a:buNone/>
              <a:defRPr b="0" i="0" sz="3300" u="none" cap="none" strike="noStrike">
                <a:solidFill>
                  <a:schemeClr val="lt1"/>
                </a:solidFill>
                <a:latin typeface="Corbel"/>
                <a:ea typeface="Corbel"/>
                <a:cs typeface="Corbel"/>
                <a:sym typeface="Corbel"/>
              </a:defRPr>
            </a:lvl1pPr>
            <a:lvl2pPr indent="0" lvl="1">
              <a:spcBef>
                <a:spcPts val="0"/>
              </a:spcBef>
              <a:spcAft>
                <a:spcPts val="0"/>
              </a:spcAft>
              <a:buSzPts val="3000"/>
              <a:buNone/>
              <a:defRPr sz="1800"/>
            </a:lvl2pPr>
            <a:lvl3pPr indent="0" lvl="2">
              <a:spcBef>
                <a:spcPts val="0"/>
              </a:spcBef>
              <a:spcAft>
                <a:spcPts val="0"/>
              </a:spcAft>
              <a:buSzPts val="3000"/>
              <a:buNone/>
              <a:defRPr sz="1800"/>
            </a:lvl3pPr>
            <a:lvl4pPr indent="0" lvl="3">
              <a:spcBef>
                <a:spcPts val="0"/>
              </a:spcBef>
              <a:spcAft>
                <a:spcPts val="0"/>
              </a:spcAft>
              <a:buSzPts val="3000"/>
              <a:buNone/>
              <a:defRPr sz="1800"/>
            </a:lvl4pPr>
            <a:lvl5pPr indent="0" lvl="4">
              <a:spcBef>
                <a:spcPts val="0"/>
              </a:spcBef>
              <a:spcAft>
                <a:spcPts val="0"/>
              </a:spcAft>
              <a:buSzPts val="3000"/>
              <a:buNone/>
              <a:defRPr sz="1800"/>
            </a:lvl5pPr>
            <a:lvl6pPr indent="0" lvl="5">
              <a:spcBef>
                <a:spcPts val="0"/>
              </a:spcBef>
              <a:spcAft>
                <a:spcPts val="0"/>
              </a:spcAft>
              <a:buSzPts val="3000"/>
              <a:buNone/>
              <a:defRPr sz="1800"/>
            </a:lvl6pPr>
            <a:lvl7pPr indent="0" lvl="6">
              <a:spcBef>
                <a:spcPts val="0"/>
              </a:spcBef>
              <a:spcAft>
                <a:spcPts val="0"/>
              </a:spcAft>
              <a:buSzPts val="3000"/>
              <a:buNone/>
              <a:defRPr sz="1800"/>
            </a:lvl7pPr>
            <a:lvl8pPr indent="0" lvl="7">
              <a:spcBef>
                <a:spcPts val="0"/>
              </a:spcBef>
              <a:spcAft>
                <a:spcPts val="0"/>
              </a:spcAft>
              <a:buSzPts val="3000"/>
              <a:buNone/>
              <a:defRPr sz="1800"/>
            </a:lvl8pPr>
            <a:lvl9pPr indent="0" lvl="8">
              <a:spcBef>
                <a:spcPts val="0"/>
              </a:spcBef>
              <a:spcAft>
                <a:spcPts val="0"/>
              </a:spcAft>
              <a:buSzPts val="3000"/>
              <a:buNone/>
              <a:defRPr sz="1800"/>
            </a:lvl9pPr>
          </a:lstStyle>
          <a:p/>
        </p:txBody>
      </p:sp>
      <p:sp>
        <p:nvSpPr>
          <p:cNvPr id="159" name="Google Shape;159;p28"/>
          <p:cNvSpPr txBox="1"/>
          <p:nvPr>
            <p:ph idx="1" type="body"/>
          </p:nvPr>
        </p:nvSpPr>
        <p:spPr>
          <a:xfrm>
            <a:off x="403412" y="1301353"/>
            <a:ext cx="3931800" cy="625200"/>
          </a:xfrm>
          <a:prstGeom prst="rect">
            <a:avLst/>
          </a:prstGeom>
          <a:noFill/>
          <a:ln>
            <a:noFill/>
          </a:ln>
        </p:spPr>
        <p:txBody>
          <a:bodyPr anchorCtr="0" anchor="b" bIns="91425" lIns="91425" spcFirstLastPara="1" rIns="91425" wrap="square" tIns="91425">
            <a:noAutofit/>
          </a:bodyPr>
          <a:lstStyle>
            <a:lvl1pPr indent="-228600" lvl="0" marL="457200" marR="0" algn="ctr">
              <a:lnSpc>
                <a:spcPct val="100000"/>
              </a:lnSpc>
              <a:spcBef>
                <a:spcPts val="468"/>
              </a:spcBef>
              <a:spcAft>
                <a:spcPts val="0"/>
              </a:spcAft>
              <a:buClr>
                <a:srgbClr val="A5A5A5"/>
              </a:buClr>
              <a:buSzPts val="1800"/>
              <a:buFont typeface="Noto Sans Symbols"/>
              <a:buNone/>
              <a:defRPr b="0" i="0" sz="2000" u="none" cap="none" strike="noStrike">
                <a:solidFill>
                  <a:schemeClr val="accent1"/>
                </a:solidFill>
                <a:latin typeface="Calibri"/>
                <a:ea typeface="Calibri"/>
                <a:cs typeface="Calibri"/>
                <a:sym typeface="Calibri"/>
              </a:defRPr>
            </a:lvl1pPr>
            <a:lvl2pPr indent="-228600" lvl="1" marL="914400" marR="0" algn="l">
              <a:spcBef>
                <a:spcPts val="1600"/>
              </a:spcBef>
              <a:spcAft>
                <a:spcPts val="0"/>
              </a:spcAft>
              <a:buClr>
                <a:srgbClr val="3F3F3F"/>
              </a:buClr>
              <a:buSzPts val="1400"/>
              <a:buFont typeface="Noto Sans Symbols"/>
              <a:buNone/>
              <a:defRPr b="1" i="0" sz="1600" u="none" cap="none" strike="noStrike">
                <a:solidFill>
                  <a:srgbClr val="262626"/>
                </a:solidFill>
                <a:latin typeface="Calibri"/>
                <a:ea typeface="Calibri"/>
                <a:cs typeface="Calibri"/>
                <a:sym typeface="Calibri"/>
              </a:defRPr>
            </a:lvl2pPr>
            <a:lvl3pPr indent="-228600" lvl="2" marL="1371600" marR="0" algn="l">
              <a:spcBef>
                <a:spcPts val="1600"/>
              </a:spcBef>
              <a:spcAft>
                <a:spcPts val="0"/>
              </a:spcAft>
              <a:buClr>
                <a:srgbClr val="A5A5A5"/>
              </a:buClr>
              <a:buSzPts val="1400"/>
              <a:buFont typeface="Noto Sans Symbols"/>
              <a:buNone/>
              <a:defRPr b="1" i="0" sz="1400" u="none" cap="none" strike="noStrike">
                <a:solidFill>
                  <a:srgbClr val="262626"/>
                </a:solidFill>
                <a:latin typeface="Calibri"/>
                <a:ea typeface="Calibri"/>
                <a:cs typeface="Calibri"/>
                <a:sym typeface="Calibri"/>
              </a:defRPr>
            </a:lvl3pPr>
            <a:lvl4pPr indent="-228600" lvl="3" marL="1828800" marR="0" algn="l">
              <a:spcBef>
                <a:spcPts val="1600"/>
              </a:spcBef>
              <a:spcAft>
                <a:spcPts val="0"/>
              </a:spcAft>
              <a:buClr>
                <a:srgbClr val="3F3F3F"/>
              </a:buClr>
              <a:buSzPts val="1400"/>
              <a:buFont typeface="Noto Sans Symbols"/>
              <a:buNone/>
              <a:defRPr b="1" i="0" sz="1200" u="none" cap="none" strike="noStrike">
                <a:solidFill>
                  <a:srgbClr val="262626"/>
                </a:solidFill>
                <a:latin typeface="Calibri"/>
                <a:ea typeface="Calibri"/>
                <a:cs typeface="Calibri"/>
                <a:sym typeface="Calibri"/>
              </a:defRPr>
            </a:lvl4pPr>
            <a:lvl5pPr indent="-228600" lvl="4" marL="2286000" marR="0" algn="l">
              <a:spcBef>
                <a:spcPts val="1600"/>
              </a:spcBef>
              <a:spcAft>
                <a:spcPts val="0"/>
              </a:spcAft>
              <a:buClr>
                <a:srgbClr val="A5A5A5"/>
              </a:buClr>
              <a:buSzPts val="1400"/>
              <a:buFont typeface="Noto Sans Symbols"/>
              <a:buNone/>
              <a:defRPr b="1" i="0" sz="1200" u="none" cap="none" strike="noStrike">
                <a:solidFill>
                  <a:srgbClr val="262626"/>
                </a:solidFill>
                <a:latin typeface="Calibri"/>
                <a:ea typeface="Calibri"/>
                <a:cs typeface="Calibri"/>
                <a:sym typeface="Calibri"/>
              </a:defRPr>
            </a:lvl5pPr>
            <a:lvl6pPr indent="-228600" lvl="5" marL="2743200" marR="0" algn="l">
              <a:spcBef>
                <a:spcPts val="1600"/>
              </a:spcBef>
              <a:spcAft>
                <a:spcPts val="0"/>
              </a:spcAft>
              <a:buClr>
                <a:srgbClr val="3F3F3F"/>
              </a:buClr>
              <a:buSzPts val="1400"/>
              <a:buFont typeface="Noto Sans Symbols"/>
              <a:buNone/>
              <a:defRPr b="1" i="0" sz="1200" u="none" cap="none" strike="noStrike">
                <a:solidFill>
                  <a:srgbClr val="262626"/>
                </a:solidFill>
                <a:latin typeface="Calibri"/>
                <a:ea typeface="Calibri"/>
                <a:cs typeface="Calibri"/>
                <a:sym typeface="Calibri"/>
              </a:defRPr>
            </a:lvl6pPr>
            <a:lvl7pPr indent="-228600" lvl="6" marL="3200400" marR="0" algn="l">
              <a:spcBef>
                <a:spcPts val="1600"/>
              </a:spcBef>
              <a:spcAft>
                <a:spcPts val="0"/>
              </a:spcAft>
              <a:buClr>
                <a:srgbClr val="A5A5A5"/>
              </a:buClr>
              <a:buSzPts val="1400"/>
              <a:buFont typeface="Noto Sans Symbols"/>
              <a:buNone/>
              <a:defRPr b="1" i="0" sz="1200" u="none" cap="none" strike="noStrike">
                <a:solidFill>
                  <a:srgbClr val="262626"/>
                </a:solidFill>
                <a:latin typeface="Calibri"/>
                <a:ea typeface="Calibri"/>
                <a:cs typeface="Calibri"/>
                <a:sym typeface="Calibri"/>
              </a:defRPr>
            </a:lvl7pPr>
            <a:lvl8pPr indent="-228600" lvl="7" marL="3657600" marR="0" algn="l">
              <a:spcBef>
                <a:spcPts val="1600"/>
              </a:spcBef>
              <a:spcAft>
                <a:spcPts val="0"/>
              </a:spcAft>
              <a:buClr>
                <a:srgbClr val="3F3F3F"/>
              </a:buClr>
              <a:buSzPts val="1400"/>
              <a:buFont typeface="Noto Sans Symbols"/>
              <a:buNone/>
              <a:defRPr b="1" i="0" sz="1200" u="none" cap="none" strike="noStrike">
                <a:solidFill>
                  <a:srgbClr val="262626"/>
                </a:solidFill>
                <a:latin typeface="Calibri"/>
                <a:ea typeface="Calibri"/>
                <a:cs typeface="Calibri"/>
                <a:sym typeface="Calibri"/>
              </a:defRPr>
            </a:lvl8pPr>
            <a:lvl9pPr indent="-228600" lvl="8" marL="4114800" marR="0" algn="l">
              <a:spcBef>
                <a:spcPts val="1600"/>
              </a:spcBef>
              <a:spcAft>
                <a:spcPts val="1600"/>
              </a:spcAft>
              <a:buClr>
                <a:srgbClr val="A5A5A5"/>
              </a:buClr>
              <a:buSzPts val="1400"/>
              <a:buFont typeface="Noto Sans Symbols"/>
              <a:buNone/>
              <a:defRPr b="1" i="0" sz="1200" u="none" cap="none" strike="noStrike">
                <a:solidFill>
                  <a:srgbClr val="262626"/>
                </a:solidFill>
                <a:latin typeface="Calibri"/>
                <a:ea typeface="Calibri"/>
                <a:cs typeface="Calibri"/>
                <a:sym typeface="Calibri"/>
              </a:defRPr>
            </a:lvl9pPr>
          </a:lstStyle>
          <a:p/>
        </p:txBody>
      </p:sp>
      <p:sp>
        <p:nvSpPr>
          <p:cNvPr id="160" name="Google Shape;160;p28"/>
          <p:cNvSpPr txBox="1"/>
          <p:nvPr>
            <p:ph idx="2" type="body"/>
          </p:nvPr>
        </p:nvSpPr>
        <p:spPr>
          <a:xfrm>
            <a:off x="403412" y="1943100"/>
            <a:ext cx="3931800" cy="2651400"/>
          </a:xfrm>
          <a:prstGeom prst="rect">
            <a:avLst/>
          </a:prstGeom>
          <a:noFill/>
          <a:ln>
            <a:noFill/>
          </a:ln>
        </p:spPr>
        <p:txBody>
          <a:bodyPr anchorCtr="0" anchor="t" bIns="91425" lIns="91425" spcFirstLastPara="1" rIns="91425" wrap="square" tIns="91425">
            <a:noAutofit/>
          </a:bodyPr>
          <a:lstStyle>
            <a:lvl1pPr indent="-325755" lvl="0" marL="457200" marR="0" algn="l">
              <a:spcBef>
                <a:spcPts val="1560"/>
              </a:spcBef>
              <a:spcAft>
                <a:spcPts val="0"/>
              </a:spcAft>
              <a:buClr>
                <a:srgbClr val="A5A5A5"/>
              </a:buClr>
              <a:buSzPts val="1530"/>
              <a:buFont typeface="Noto Sans Symbols"/>
              <a:buChar char="↗"/>
              <a:defRPr b="0" i="0" sz="1700" u="none" cap="none" strike="noStrike">
                <a:solidFill>
                  <a:srgbClr val="262626"/>
                </a:solidFill>
                <a:latin typeface="Calibri"/>
                <a:ea typeface="Calibri"/>
                <a:cs typeface="Calibri"/>
                <a:sym typeface="Calibri"/>
              </a:defRPr>
            </a:lvl1pPr>
            <a:lvl2pPr indent="-320040" lvl="1" marL="914400" marR="0" algn="l">
              <a:spcBef>
                <a:spcPts val="1600"/>
              </a:spcBef>
              <a:spcAft>
                <a:spcPts val="0"/>
              </a:spcAft>
              <a:buClr>
                <a:srgbClr val="3F3F3F"/>
              </a:buClr>
              <a:buSzPts val="1440"/>
              <a:buFont typeface="Noto Sans Symbols"/>
              <a:buChar char="↗"/>
              <a:defRPr b="0" i="0" sz="1600" u="none" cap="none" strike="noStrike">
                <a:solidFill>
                  <a:srgbClr val="262626"/>
                </a:solidFill>
                <a:latin typeface="Calibri"/>
                <a:ea typeface="Calibri"/>
                <a:cs typeface="Calibri"/>
                <a:sym typeface="Calibri"/>
              </a:defRPr>
            </a:lvl2pPr>
            <a:lvl3pPr indent="-308610" lvl="2" marL="1371600" marR="0" algn="l">
              <a:spcBef>
                <a:spcPts val="1600"/>
              </a:spcBef>
              <a:spcAft>
                <a:spcPts val="0"/>
              </a:spcAft>
              <a:buClr>
                <a:srgbClr val="A5A5A5"/>
              </a:buClr>
              <a:buSzPts val="1260"/>
              <a:buFont typeface="Noto Sans Symbols"/>
              <a:buChar char="↗"/>
              <a:defRPr b="0" i="0" sz="1400" u="none" cap="none" strike="noStrike">
                <a:solidFill>
                  <a:srgbClr val="262626"/>
                </a:solidFill>
                <a:latin typeface="Calibri"/>
                <a:ea typeface="Calibri"/>
                <a:cs typeface="Calibri"/>
                <a:sym typeface="Calibri"/>
              </a:defRPr>
            </a:lvl3pPr>
            <a:lvl4pPr indent="-308610" lvl="3" marL="1828800" marR="0" algn="l">
              <a:spcBef>
                <a:spcPts val="1600"/>
              </a:spcBef>
              <a:spcAft>
                <a:spcPts val="0"/>
              </a:spcAft>
              <a:buClr>
                <a:srgbClr val="3F3F3F"/>
              </a:buClr>
              <a:buSzPts val="1260"/>
              <a:buFont typeface="Noto Sans Symbols"/>
              <a:buChar char="↗"/>
              <a:defRPr b="0" i="0" sz="1400" u="none" cap="none" strike="noStrike">
                <a:solidFill>
                  <a:srgbClr val="262626"/>
                </a:solidFill>
                <a:latin typeface="Calibri"/>
                <a:ea typeface="Calibri"/>
                <a:cs typeface="Calibri"/>
                <a:sym typeface="Calibri"/>
              </a:defRPr>
            </a:lvl4pPr>
            <a:lvl5pPr indent="-308610" lvl="4" marL="2286000" marR="0" algn="l">
              <a:spcBef>
                <a:spcPts val="1600"/>
              </a:spcBef>
              <a:spcAft>
                <a:spcPts val="0"/>
              </a:spcAft>
              <a:buClr>
                <a:srgbClr val="A5A5A5"/>
              </a:buClr>
              <a:buSzPts val="1260"/>
              <a:buFont typeface="Noto Sans Symbols"/>
              <a:buChar char="↗"/>
              <a:defRPr b="0" i="0" sz="1400" u="none" cap="none" strike="noStrike">
                <a:solidFill>
                  <a:srgbClr val="262626"/>
                </a:solidFill>
                <a:latin typeface="Calibri"/>
                <a:ea typeface="Calibri"/>
                <a:cs typeface="Calibri"/>
                <a:sym typeface="Calibri"/>
              </a:defRPr>
            </a:lvl5pPr>
            <a:lvl6pPr indent="-297180" lvl="5" marL="2743200" marR="0" algn="l">
              <a:spcBef>
                <a:spcPts val="1600"/>
              </a:spcBef>
              <a:spcAft>
                <a:spcPts val="0"/>
              </a:spcAft>
              <a:buClr>
                <a:srgbClr val="3F3F3F"/>
              </a:buClr>
              <a:buSzPts val="1080"/>
              <a:buFont typeface="Noto Sans Symbols"/>
              <a:buChar char="↗"/>
              <a:defRPr b="0" i="0" sz="1200" u="none" cap="none" strike="noStrike">
                <a:solidFill>
                  <a:srgbClr val="262626"/>
                </a:solidFill>
                <a:latin typeface="Calibri"/>
                <a:ea typeface="Calibri"/>
                <a:cs typeface="Calibri"/>
                <a:sym typeface="Calibri"/>
              </a:defRPr>
            </a:lvl6pPr>
            <a:lvl7pPr indent="-297180" lvl="6" marL="3200400" marR="0" algn="l">
              <a:spcBef>
                <a:spcPts val="1600"/>
              </a:spcBef>
              <a:spcAft>
                <a:spcPts val="0"/>
              </a:spcAft>
              <a:buClr>
                <a:srgbClr val="A5A5A5"/>
              </a:buClr>
              <a:buSzPts val="1080"/>
              <a:buFont typeface="Noto Sans Symbols"/>
              <a:buChar char="↗"/>
              <a:defRPr b="0" i="0" sz="1200" u="none" cap="none" strike="noStrike">
                <a:solidFill>
                  <a:srgbClr val="262626"/>
                </a:solidFill>
                <a:latin typeface="Calibri"/>
                <a:ea typeface="Calibri"/>
                <a:cs typeface="Calibri"/>
                <a:sym typeface="Calibri"/>
              </a:defRPr>
            </a:lvl7pPr>
            <a:lvl8pPr indent="-297180" lvl="7" marL="3657600" marR="0" algn="l">
              <a:spcBef>
                <a:spcPts val="1600"/>
              </a:spcBef>
              <a:spcAft>
                <a:spcPts val="0"/>
              </a:spcAft>
              <a:buClr>
                <a:srgbClr val="3F3F3F"/>
              </a:buClr>
              <a:buSzPts val="1080"/>
              <a:buFont typeface="Noto Sans Symbols"/>
              <a:buChar char="↗"/>
              <a:defRPr b="0" i="0" sz="1200" u="none" cap="none" strike="noStrike">
                <a:solidFill>
                  <a:srgbClr val="262626"/>
                </a:solidFill>
                <a:latin typeface="Calibri"/>
                <a:ea typeface="Calibri"/>
                <a:cs typeface="Calibri"/>
                <a:sym typeface="Calibri"/>
              </a:defRPr>
            </a:lvl8pPr>
            <a:lvl9pPr indent="-297180" lvl="8" marL="4114800" marR="0" algn="l">
              <a:spcBef>
                <a:spcPts val="1600"/>
              </a:spcBef>
              <a:spcAft>
                <a:spcPts val="1600"/>
              </a:spcAft>
              <a:buClr>
                <a:srgbClr val="A5A5A5"/>
              </a:buClr>
              <a:buSzPts val="1080"/>
              <a:buFont typeface="Noto Sans Symbols"/>
              <a:buChar char="↗"/>
              <a:defRPr b="0" i="0" sz="1200" u="none" cap="none" strike="noStrike">
                <a:solidFill>
                  <a:srgbClr val="262626"/>
                </a:solidFill>
                <a:latin typeface="Calibri"/>
                <a:ea typeface="Calibri"/>
                <a:cs typeface="Calibri"/>
                <a:sym typeface="Calibri"/>
              </a:defRPr>
            </a:lvl9pPr>
          </a:lstStyle>
          <a:p/>
        </p:txBody>
      </p:sp>
      <p:sp>
        <p:nvSpPr>
          <p:cNvPr id="161" name="Google Shape;161;p28"/>
          <p:cNvSpPr txBox="1"/>
          <p:nvPr>
            <p:ph idx="3" type="body"/>
          </p:nvPr>
        </p:nvSpPr>
        <p:spPr>
          <a:xfrm>
            <a:off x="4779495" y="1301353"/>
            <a:ext cx="3931800" cy="625200"/>
          </a:xfrm>
          <a:prstGeom prst="rect">
            <a:avLst/>
          </a:prstGeom>
          <a:noFill/>
          <a:ln>
            <a:noFill/>
          </a:ln>
        </p:spPr>
        <p:txBody>
          <a:bodyPr anchorCtr="0" anchor="b" bIns="91425" lIns="91425" spcFirstLastPara="1" rIns="91425" wrap="square" tIns="91425">
            <a:noAutofit/>
          </a:bodyPr>
          <a:lstStyle>
            <a:lvl1pPr indent="-228600" lvl="0" marL="457200" marR="0" algn="ctr">
              <a:lnSpc>
                <a:spcPct val="100000"/>
              </a:lnSpc>
              <a:spcBef>
                <a:spcPts val="468"/>
              </a:spcBef>
              <a:spcAft>
                <a:spcPts val="0"/>
              </a:spcAft>
              <a:buClr>
                <a:srgbClr val="A5A5A5"/>
              </a:buClr>
              <a:buSzPts val="1800"/>
              <a:buFont typeface="Noto Sans Symbols"/>
              <a:buNone/>
              <a:defRPr b="0" i="0" sz="2000" u="none" cap="none" strike="noStrike">
                <a:solidFill>
                  <a:schemeClr val="accent2"/>
                </a:solidFill>
                <a:latin typeface="Calibri"/>
                <a:ea typeface="Calibri"/>
                <a:cs typeface="Calibri"/>
                <a:sym typeface="Calibri"/>
              </a:defRPr>
            </a:lvl1pPr>
            <a:lvl2pPr indent="-228600" lvl="1" marL="914400" marR="0" algn="l">
              <a:spcBef>
                <a:spcPts val="1600"/>
              </a:spcBef>
              <a:spcAft>
                <a:spcPts val="0"/>
              </a:spcAft>
              <a:buClr>
                <a:srgbClr val="3F3F3F"/>
              </a:buClr>
              <a:buSzPts val="1400"/>
              <a:buFont typeface="Noto Sans Symbols"/>
              <a:buNone/>
              <a:defRPr b="1" i="0" sz="1600" u="none" cap="none" strike="noStrike">
                <a:solidFill>
                  <a:srgbClr val="262626"/>
                </a:solidFill>
                <a:latin typeface="Calibri"/>
                <a:ea typeface="Calibri"/>
                <a:cs typeface="Calibri"/>
                <a:sym typeface="Calibri"/>
              </a:defRPr>
            </a:lvl2pPr>
            <a:lvl3pPr indent="-228600" lvl="2" marL="1371600" marR="0" algn="l">
              <a:spcBef>
                <a:spcPts val="1600"/>
              </a:spcBef>
              <a:spcAft>
                <a:spcPts val="0"/>
              </a:spcAft>
              <a:buClr>
                <a:srgbClr val="A5A5A5"/>
              </a:buClr>
              <a:buSzPts val="1400"/>
              <a:buFont typeface="Noto Sans Symbols"/>
              <a:buNone/>
              <a:defRPr b="1" i="0" sz="1400" u="none" cap="none" strike="noStrike">
                <a:solidFill>
                  <a:srgbClr val="262626"/>
                </a:solidFill>
                <a:latin typeface="Calibri"/>
                <a:ea typeface="Calibri"/>
                <a:cs typeface="Calibri"/>
                <a:sym typeface="Calibri"/>
              </a:defRPr>
            </a:lvl3pPr>
            <a:lvl4pPr indent="-228600" lvl="3" marL="1828800" marR="0" algn="l">
              <a:spcBef>
                <a:spcPts val="1600"/>
              </a:spcBef>
              <a:spcAft>
                <a:spcPts val="0"/>
              </a:spcAft>
              <a:buClr>
                <a:srgbClr val="3F3F3F"/>
              </a:buClr>
              <a:buSzPts val="1400"/>
              <a:buFont typeface="Noto Sans Symbols"/>
              <a:buNone/>
              <a:defRPr b="1" i="0" sz="1200" u="none" cap="none" strike="noStrike">
                <a:solidFill>
                  <a:srgbClr val="262626"/>
                </a:solidFill>
                <a:latin typeface="Calibri"/>
                <a:ea typeface="Calibri"/>
                <a:cs typeface="Calibri"/>
                <a:sym typeface="Calibri"/>
              </a:defRPr>
            </a:lvl4pPr>
            <a:lvl5pPr indent="-228600" lvl="4" marL="2286000" marR="0" algn="l">
              <a:spcBef>
                <a:spcPts val="1600"/>
              </a:spcBef>
              <a:spcAft>
                <a:spcPts val="0"/>
              </a:spcAft>
              <a:buClr>
                <a:srgbClr val="A5A5A5"/>
              </a:buClr>
              <a:buSzPts val="1400"/>
              <a:buFont typeface="Noto Sans Symbols"/>
              <a:buNone/>
              <a:defRPr b="1" i="0" sz="1200" u="none" cap="none" strike="noStrike">
                <a:solidFill>
                  <a:srgbClr val="262626"/>
                </a:solidFill>
                <a:latin typeface="Calibri"/>
                <a:ea typeface="Calibri"/>
                <a:cs typeface="Calibri"/>
                <a:sym typeface="Calibri"/>
              </a:defRPr>
            </a:lvl5pPr>
            <a:lvl6pPr indent="-228600" lvl="5" marL="2743200" marR="0" algn="l">
              <a:spcBef>
                <a:spcPts val="1600"/>
              </a:spcBef>
              <a:spcAft>
                <a:spcPts val="0"/>
              </a:spcAft>
              <a:buClr>
                <a:srgbClr val="3F3F3F"/>
              </a:buClr>
              <a:buSzPts val="1400"/>
              <a:buFont typeface="Noto Sans Symbols"/>
              <a:buNone/>
              <a:defRPr b="1" i="0" sz="1200" u="none" cap="none" strike="noStrike">
                <a:solidFill>
                  <a:srgbClr val="262626"/>
                </a:solidFill>
                <a:latin typeface="Calibri"/>
                <a:ea typeface="Calibri"/>
                <a:cs typeface="Calibri"/>
                <a:sym typeface="Calibri"/>
              </a:defRPr>
            </a:lvl6pPr>
            <a:lvl7pPr indent="-228600" lvl="6" marL="3200400" marR="0" algn="l">
              <a:spcBef>
                <a:spcPts val="1600"/>
              </a:spcBef>
              <a:spcAft>
                <a:spcPts val="0"/>
              </a:spcAft>
              <a:buClr>
                <a:srgbClr val="A5A5A5"/>
              </a:buClr>
              <a:buSzPts val="1400"/>
              <a:buFont typeface="Noto Sans Symbols"/>
              <a:buNone/>
              <a:defRPr b="1" i="0" sz="1200" u="none" cap="none" strike="noStrike">
                <a:solidFill>
                  <a:srgbClr val="262626"/>
                </a:solidFill>
                <a:latin typeface="Calibri"/>
                <a:ea typeface="Calibri"/>
                <a:cs typeface="Calibri"/>
                <a:sym typeface="Calibri"/>
              </a:defRPr>
            </a:lvl7pPr>
            <a:lvl8pPr indent="-228600" lvl="7" marL="3657600" marR="0" algn="l">
              <a:spcBef>
                <a:spcPts val="1600"/>
              </a:spcBef>
              <a:spcAft>
                <a:spcPts val="0"/>
              </a:spcAft>
              <a:buClr>
                <a:srgbClr val="3F3F3F"/>
              </a:buClr>
              <a:buSzPts val="1400"/>
              <a:buFont typeface="Noto Sans Symbols"/>
              <a:buNone/>
              <a:defRPr b="1" i="0" sz="1200" u="none" cap="none" strike="noStrike">
                <a:solidFill>
                  <a:srgbClr val="262626"/>
                </a:solidFill>
                <a:latin typeface="Calibri"/>
                <a:ea typeface="Calibri"/>
                <a:cs typeface="Calibri"/>
                <a:sym typeface="Calibri"/>
              </a:defRPr>
            </a:lvl8pPr>
            <a:lvl9pPr indent="-228600" lvl="8" marL="4114800" marR="0" algn="l">
              <a:spcBef>
                <a:spcPts val="1600"/>
              </a:spcBef>
              <a:spcAft>
                <a:spcPts val="1600"/>
              </a:spcAft>
              <a:buClr>
                <a:srgbClr val="A5A5A5"/>
              </a:buClr>
              <a:buSzPts val="1400"/>
              <a:buFont typeface="Noto Sans Symbols"/>
              <a:buNone/>
              <a:defRPr b="1" i="0" sz="1200" u="none" cap="none" strike="noStrike">
                <a:solidFill>
                  <a:srgbClr val="262626"/>
                </a:solidFill>
                <a:latin typeface="Calibri"/>
                <a:ea typeface="Calibri"/>
                <a:cs typeface="Calibri"/>
                <a:sym typeface="Calibri"/>
              </a:defRPr>
            </a:lvl9pPr>
          </a:lstStyle>
          <a:p/>
        </p:txBody>
      </p:sp>
      <p:sp>
        <p:nvSpPr>
          <p:cNvPr id="162" name="Google Shape;162;p28"/>
          <p:cNvSpPr txBox="1"/>
          <p:nvPr>
            <p:ph idx="4" type="body"/>
          </p:nvPr>
        </p:nvSpPr>
        <p:spPr>
          <a:xfrm>
            <a:off x="4779495" y="1943100"/>
            <a:ext cx="3931800" cy="2651400"/>
          </a:xfrm>
          <a:prstGeom prst="rect">
            <a:avLst/>
          </a:prstGeom>
          <a:noFill/>
          <a:ln>
            <a:noFill/>
          </a:ln>
        </p:spPr>
        <p:txBody>
          <a:bodyPr anchorCtr="0" anchor="t" bIns="91425" lIns="91425" spcFirstLastPara="1" rIns="91425" wrap="square" tIns="91425">
            <a:noAutofit/>
          </a:bodyPr>
          <a:lstStyle>
            <a:lvl1pPr indent="-325755" lvl="0" marL="457200" marR="0" algn="l">
              <a:spcBef>
                <a:spcPts val="1560"/>
              </a:spcBef>
              <a:spcAft>
                <a:spcPts val="0"/>
              </a:spcAft>
              <a:buClr>
                <a:srgbClr val="A5A5A5"/>
              </a:buClr>
              <a:buSzPts val="1530"/>
              <a:buFont typeface="Noto Sans Symbols"/>
              <a:buChar char="↗"/>
              <a:defRPr b="0" i="0" sz="1700" u="none" cap="none" strike="noStrike">
                <a:solidFill>
                  <a:srgbClr val="262626"/>
                </a:solidFill>
                <a:latin typeface="Calibri"/>
                <a:ea typeface="Calibri"/>
                <a:cs typeface="Calibri"/>
                <a:sym typeface="Calibri"/>
              </a:defRPr>
            </a:lvl1pPr>
            <a:lvl2pPr indent="-320040" lvl="1" marL="914400" marR="0" algn="l">
              <a:spcBef>
                <a:spcPts val="1600"/>
              </a:spcBef>
              <a:spcAft>
                <a:spcPts val="0"/>
              </a:spcAft>
              <a:buClr>
                <a:srgbClr val="3F3F3F"/>
              </a:buClr>
              <a:buSzPts val="1440"/>
              <a:buFont typeface="Noto Sans Symbols"/>
              <a:buChar char="↗"/>
              <a:defRPr b="0" i="0" sz="1600" u="none" cap="none" strike="noStrike">
                <a:solidFill>
                  <a:srgbClr val="262626"/>
                </a:solidFill>
                <a:latin typeface="Calibri"/>
                <a:ea typeface="Calibri"/>
                <a:cs typeface="Calibri"/>
                <a:sym typeface="Calibri"/>
              </a:defRPr>
            </a:lvl2pPr>
            <a:lvl3pPr indent="-308610" lvl="2" marL="1371600" marR="0" algn="l">
              <a:spcBef>
                <a:spcPts val="1600"/>
              </a:spcBef>
              <a:spcAft>
                <a:spcPts val="0"/>
              </a:spcAft>
              <a:buClr>
                <a:srgbClr val="A5A5A5"/>
              </a:buClr>
              <a:buSzPts val="1260"/>
              <a:buFont typeface="Noto Sans Symbols"/>
              <a:buChar char="↗"/>
              <a:defRPr b="0" i="0" sz="1400" u="none" cap="none" strike="noStrike">
                <a:solidFill>
                  <a:srgbClr val="262626"/>
                </a:solidFill>
                <a:latin typeface="Calibri"/>
                <a:ea typeface="Calibri"/>
                <a:cs typeface="Calibri"/>
                <a:sym typeface="Calibri"/>
              </a:defRPr>
            </a:lvl3pPr>
            <a:lvl4pPr indent="-308610" lvl="3" marL="1828800" marR="0" algn="l">
              <a:spcBef>
                <a:spcPts val="1600"/>
              </a:spcBef>
              <a:spcAft>
                <a:spcPts val="0"/>
              </a:spcAft>
              <a:buClr>
                <a:srgbClr val="3F3F3F"/>
              </a:buClr>
              <a:buSzPts val="1260"/>
              <a:buFont typeface="Noto Sans Symbols"/>
              <a:buChar char="↗"/>
              <a:defRPr b="0" i="0" sz="1400" u="none" cap="none" strike="noStrike">
                <a:solidFill>
                  <a:srgbClr val="262626"/>
                </a:solidFill>
                <a:latin typeface="Calibri"/>
                <a:ea typeface="Calibri"/>
                <a:cs typeface="Calibri"/>
                <a:sym typeface="Calibri"/>
              </a:defRPr>
            </a:lvl4pPr>
            <a:lvl5pPr indent="-308610" lvl="4" marL="2286000" marR="0" algn="l">
              <a:spcBef>
                <a:spcPts val="1600"/>
              </a:spcBef>
              <a:spcAft>
                <a:spcPts val="0"/>
              </a:spcAft>
              <a:buClr>
                <a:srgbClr val="A5A5A5"/>
              </a:buClr>
              <a:buSzPts val="1260"/>
              <a:buFont typeface="Noto Sans Symbols"/>
              <a:buChar char="↗"/>
              <a:defRPr b="0" i="0" sz="1400" u="none" cap="none" strike="noStrike">
                <a:solidFill>
                  <a:srgbClr val="262626"/>
                </a:solidFill>
                <a:latin typeface="Calibri"/>
                <a:ea typeface="Calibri"/>
                <a:cs typeface="Calibri"/>
                <a:sym typeface="Calibri"/>
              </a:defRPr>
            </a:lvl5pPr>
            <a:lvl6pPr indent="-297180" lvl="5" marL="2743200" marR="0" algn="l">
              <a:spcBef>
                <a:spcPts val="1600"/>
              </a:spcBef>
              <a:spcAft>
                <a:spcPts val="0"/>
              </a:spcAft>
              <a:buClr>
                <a:srgbClr val="3F3F3F"/>
              </a:buClr>
              <a:buSzPts val="1080"/>
              <a:buFont typeface="Noto Sans Symbols"/>
              <a:buChar char="↗"/>
              <a:defRPr b="0" i="0" sz="1200" u="none" cap="none" strike="noStrike">
                <a:solidFill>
                  <a:srgbClr val="262626"/>
                </a:solidFill>
                <a:latin typeface="Calibri"/>
                <a:ea typeface="Calibri"/>
                <a:cs typeface="Calibri"/>
                <a:sym typeface="Calibri"/>
              </a:defRPr>
            </a:lvl6pPr>
            <a:lvl7pPr indent="-297180" lvl="6" marL="3200400" marR="0" algn="l">
              <a:spcBef>
                <a:spcPts val="1600"/>
              </a:spcBef>
              <a:spcAft>
                <a:spcPts val="0"/>
              </a:spcAft>
              <a:buClr>
                <a:srgbClr val="A5A5A5"/>
              </a:buClr>
              <a:buSzPts val="1080"/>
              <a:buFont typeface="Noto Sans Symbols"/>
              <a:buChar char="↗"/>
              <a:defRPr b="0" i="0" sz="1200" u="none" cap="none" strike="noStrike">
                <a:solidFill>
                  <a:srgbClr val="262626"/>
                </a:solidFill>
                <a:latin typeface="Calibri"/>
                <a:ea typeface="Calibri"/>
                <a:cs typeface="Calibri"/>
                <a:sym typeface="Calibri"/>
              </a:defRPr>
            </a:lvl7pPr>
            <a:lvl8pPr indent="-297180" lvl="7" marL="3657600" marR="0" algn="l">
              <a:spcBef>
                <a:spcPts val="1600"/>
              </a:spcBef>
              <a:spcAft>
                <a:spcPts val="0"/>
              </a:spcAft>
              <a:buClr>
                <a:srgbClr val="3F3F3F"/>
              </a:buClr>
              <a:buSzPts val="1080"/>
              <a:buFont typeface="Noto Sans Symbols"/>
              <a:buChar char="↗"/>
              <a:defRPr b="0" i="0" sz="1200" u="none" cap="none" strike="noStrike">
                <a:solidFill>
                  <a:srgbClr val="262626"/>
                </a:solidFill>
                <a:latin typeface="Calibri"/>
                <a:ea typeface="Calibri"/>
                <a:cs typeface="Calibri"/>
                <a:sym typeface="Calibri"/>
              </a:defRPr>
            </a:lvl8pPr>
            <a:lvl9pPr indent="-297180" lvl="8" marL="4114800" marR="0" algn="l">
              <a:spcBef>
                <a:spcPts val="1600"/>
              </a:spcBef>
              <a:spcAft>
                <a:spcPts val="1600"/>
              </a:spcAft>
              <a:buClr>
                <a:srgbClr val="A5A5A5"/>
              </a:buClr>
              <a:buSzPts val="1080"/>
              <a:buFont typeface="Noto Sans Symbols"/>
              <a:buChar char="↗"/>
              <a:defRPr b="0" i="0" sz="1200" u="none" cap="none" strike="noStrike">
                <a:solidFill>
                  <a:srgbClr val="262626"/>
                </a:solidFill>
                <a:latin typeface="Calibri"/>
                <a:ea typeface="Calibri"/>
                <a:cs typeface="Calibri"/>
                <a:sym typeface="Calibri"/>
              </a:defRPr>
            </a:lvl9pPr>
          </a:lstStyle>
          <a:p/>
        </p:txBody>
      </p:sp>
      <p:sp>
        <p:nvSpPr>
          <p:cNvPr id="163" name="Google Shape;163;p28"/>
          <p:cNvSpPr txBox="1"/>
          <p:nvPr>
            <p:ph idx="10" type="dt"/>
          </p:nvPr>
        </p:nvSpPr>
        <p:spPr>
          <a:xfrm>
            <a:off x="6794936" y="4827775"/>
            <a:ext cx="2133600" cy="273900"/>
          </a:xfrm>
          <a:prstGeom prst="rect">
            <a:avLst/>
          </a:prstGeom>
          <a:noFill/>
          <a:ln>
            <a:noFill/>
          </a:ln>
        </p:spPr>
        <p:txBody>
          <a:bodyPr anchorCtr="0" anchor="ctr" bIns="91425" lIns="91425" spcFirstLastPara="1" rIns="91425" wrap="square" tIns="91425">
            <a:noAutofit/>
          </a:bodyPr>
          <a:lstStyle>
            <a:lvl1pPr indent="0" lvl="0" marL="0" marR="0" algn="r">
              <a:spcBef>
                <a:spcPts val="0"/>
              </a:spcBef>
              <a:spcAft>
                <a:spcPts val="0"/>
              </a:spcAft>
              <a:buSzPts val="1400"/>
              <a:buNone/>
              <a:defRPr b="1" sz="900">
                <a:solidFill>
                  <a:srgbClr val="A5A5A5"/>
                </a:solidFill>
                <a:latin typeface="Calibri"/>
                <a:ea typeface="Calibri"/>
                <a:cs typeface="Calibri"/>
                <a:sym typeface="Calibri"/>
              </a:defRPr>
            </a:lvl1pPr>
            <a:lvl2pPr indent="-1016" lvl="1" marL="356616" marR="0" algn="l">
              <a:spcBef>
                <a:spcPts val="0"/>
              </a:spcBef>
              <a:spcAft>
                <a:spcPts val="0"/>
              </a:spcAft>
              <a:buSzPts val="1400"/>
              <a:buNone/>
              <a:defRPr b="0" i="0" sz="1400" u="none" cap="none" strike="noStrike">
                <a:solidFill>
                  <a:schemeClr val="dk1"/>
                </a:solidFill>
                <a:latin typeface="Calibri"/>
                <a:ea typeface="Calibri"/>
                <a:cs typeface="Calibri"/>
                <a:sym typeface="Calibri"/>
              </a:defRPr>
            </a:lvl2pPr>
            <a:lvl3pPr indent="-2032" lvl="2" marL="713232" marR="0" algn="l">
              <a:spcBef>
                <a:spcPts val="0"/>
              </a:spcBef>
              <a:spcAft>
                <a:spcPts val="0"/>
              </a:spcAft>
              <a:buSzPts val="1400"/>
              <a:buNone/>
              <a:defRPr b="0" i="0" sz="1400" u="none" cap="none" strike="noStrike">
                <a:solidFill>
                  <a:schemeClr val="dk1"/>
                </a:solidFill>
                <a:latin typeface="Calibri"/>
                <a:ea typeface="Calibri"/>
                <a:cs typeface="Calibri"/>
                <a:sym typeface="Calibri"/>
              </a:defRPr>
            </a:lvl3pPr>
            <a:lvl4pPr indent="-3048" lvl="3" marL="1069848" marR="0" algn="l">
              <a:spcBef>
                <a:spcPts val="0"/>
              </a:spcBef>
              <a:spcAft>
                <a:spcPts val="0"/>
              </a:spcAft>
              <a:buSzPts val="1400"/>
              <a:buNone/>
              <a:defRPr b="0" i="0" sz="1400" u="none" cap="none" strike="noStrike">
                <a:solidFill>
                  <a:schemeClr val="dk1"/>
                </a:solidFill>
                <a:latin typeface="Calibri"/>
                <a:ea typeface="Calibri"/>
                <a:cs typeface="Calibri"/>
                <a:sym typeface="Calibri"/>
              </a:defRPr>
            </a:lvl4pPr>
            <a:lvl5pPr indent="-4064" lvl="4" marL="1426464" marR="0" algn="l">
              <a:spcBef>
                <a:spcPts val="0"/>
              </a:spcBef>
              <a:spcAft>
                <a:spcPts val="0"/>
              </a:spcAft>
              <a:buSzPts val="1400"/>
              <a:buNone/>
              <a:defRPr b="0" i="0" sz="1400" u="none" cap="none" strike="noStrike">
                <a:solidFill>
                  <a:schemeClr val="dk1"/>
                </a:solidFill>
                <a:latin typeface="Calibri"/>
                <a:ea typeface="Calibri"/>
                <a:cs typeface="Calibri"/>
                <a:sym typeface="Calibri"/>
              </a:defRPr>
            </a:lvl5pPr>
            <a:lvl6pPr indent="-5080" lvl="5" marL="1783080" marR="0" algn="l">
              <a:spcBef>
                <a:spcPts val="0"/>
              </a:spcBef>
              <a:spcAft>
                <a:spcPts val="0"/>
              </a:spcAft>
              <a:buSzPts val="1400"/>
              <a:buNone/>
              <a:defRPr b="0" i="0" sz="1400" u="none" cap="none" strike="noStrike">
                <a:solidFill>
                  <a:schemeClr val="dk1"/>
                </a:solidFill>
                <a:latin typeface="Calibri"/>
                <a:ea typeface="Calibri"/>
                <a:cs typeface="Calibri"/>
                <a:sym typeface="Calibri"/>
              </a:defRPr>
            </a:lvl6pPr>
            <a:lvl7pPr indent="-6096" lvl="6" marL="2139696" marR="0" algn="l">
              <a:spcBef>
                <a:spcPts val="0"/>
              </a:spcBef>
              <a:spcAft>
                <a:spcPts val="0"/>
              </a:spcAft>
              <a:buSzPts val="1400"/>
              <a:buNone/>
              <a:defRPr b="0" i="0" sz="1400" u="none" cap="none" strike="noStrike">
                <a:solidFill>
                  <a:schemeClr val="dk1"/>
                </a:solidFill>
                <a:latin typeface="Calibri"/>
                <a:ea typeface="Calibri"/>
                <a:cs typeface="Calibri"/>
                <a:sym typeface="Calibri"/>
              </a:defRPr>
            </a:lvl7pPr>
            <a:lvl8pPr indent="-7112" lvl="7" marL="2496312" marR="0" algn="l">
              <a:spcBef>
                <a:spcPts val="0"/>
              </a:spcBef>
              <a:spcAft>
                <a:spcPts val="0"/>
              </a:spcAft>
              <a:buSzPts val="1400"/>
              <a:buNone/>
              <a:defRPr b="0" i="0" sz="1400" u="none" cap="none" strike="noStrike">
                <a:solidFill>
                  <a:schemeClr val="dk1"/>
                </a:solidFill>
                <a:latin typeface="Calibri"/>
                <a:ea typeface="Calibri"/>
                <a:cs typeface="Calibri"/>
                <a:sym typeface="Calibri"/>
              </a:defRPr>
            </a:lvl8pPr>
            <a:lvl9pPr indent="-8128" lvl="8" marL="2852928" marR="0" algn="l">
              <a:spcBef>
                <a:spcPts val="0"/>
              </a:spcBef>
              <a:spcAft>
                <a:spcPts val="0"/>
              </a:spcAft>
              <a:buSzPts val="1400"/>
              <a:buNone/>
              <a:defRPr b="0" i="0" sz="1400" u="none" cap="none" strike="noStrike">
                <a:solidFill>
                  <a:schemeClr val="dk1"/>
                </a:solidFill>
                <a:latin typeface="Calibri"/>
                <a:ea typeface="Calibri"/>
                <a:cs typeface="Calibri"/>
                <a:sym typeface="Calibri"/>
              </a:defRPr>
            </a:lvl9pPr>
          </a:lstStyle>
          <a:p/>
        </p:txBody>
      </p:sp>
      <p:sp>
        <p:nvSpPr>
          <p:cNvPr id="164" name="Google Shape;164;p28"/>
          <p:cNvSpPr txBox="1"/>
          <p:nvPr>
            <p:ph idx="11" type="ftr"/>
          </p:nvPr>
        </p:nvSpPr>
        <p:spPr>
          <a:xfrm>
            <a:off x="199698" y="4827775"/>
            <a:ext cx="6124800" cy="273900"/>
          </a:xfrm>
          <a:prstGeom prst="rect">
            <a:avLst/>
          </a:prstGeom>
          <a:noFill/>
          <a:ln>
            <a:noFill/>
          </a:ln>
        </p:spPr>
        <p:txBody>
          <a:bodyPr anchorCtr="0" anchor="ctr" bIns="91425" lIns="91425" spcFirstLastPara="1" rIns="91425" wrap="square" tIns="91425">
            <a:noAutofit/>
          </a:bodyPr>
          <a:lstStyle>
            <a:lvl1pPr indent="0" lvl="0" marL="0" marR="0" algn="l">
              <a:spcBef>
                <a:spcPts val="0"/>
              </a:spcBef>
              <a:spcAft>
                <a:spcPts val="0"/>
              </a:spcAft>
              <a:buSzPts val="1400"/>
              <a:buNone/>
              <a:defRPr b="1" sz="900">
                <a:solidFill>
                  <a:srgbClr val="A5A5A5"/>
                </a:solidFill>
                <a:latin typeface="Calibri"/>
                <a:ea typeface="Calibri"/>
                <a:cs typeface="Calibri"/>
                <a:sym typeface="Calibri"/>
              </a:defRPr>
            </a:lvl1pPr>
            <a:lvl2pPr indent="-1016" lvl="1" marL="356616" marR="0" algn="l">
              <a:spcBef>
                <a:spcPts val="0"/>
              </a:spcBef>
              <a:spcAft>
                <a:spcPts val="0"/>
              </a:spcAft>
              <a:buSzPts val="1400"/>
              <a:buNone/>
              <a:defRPr b="0" i="0" sz="1400" u="none" cap="none" strike="noStrike">
                <a:solidFill>
                  <a:schemeClr val="dk1"/>
                </a:solidFill>
                <a:latin typeface="Calibri"/>
                <a:ea typeface="Calibri"/>
                <a:cs typeface="Calibri"/>
                <a:sym typeface="Calibri"/>
              </a:defRPr>
            </a:lvl2pPr>
            <a:lvl3pPr indent="-2032" lvl="2" marL="713232" marR="0" algn="l">
              <a:spcBef>
                <a:spcPts val="0"/>
              </a:spcBef>
              <a:spcAft>
                <a:spcPts val="0"/>
              </a:spcAft>
              <a:buSzPts val="1400"/>
              <a:buNone/>
              <a:defRPr b="0" i="0" sz="1400" u="none" cap="none" strike="noStrike">
                <a:solidFill>
                  <a:schemeClr val="dk1"/>
                </a:solidFill>
                <a:latin typeface="Calibri"/>
                <a:ea typeface="Calibri"/>
                <a:cs typeface="Calibri"/>
                <a:sym typeface="Calibri"/>
              </a:defRPr>
            </a:lvl3pPr>
            <a:lvl4pPr indent="-3048" lvl="3" marL="1069848" marR="0" algn="l">
              <a:spcBef>
                <a:spcPts val="0"/>
              </a:spcBef>
              <a:spcAft>
                <a:spcPts val="0"/>
              </a:spcAft>
              <a:buSzPts val="1400"/>
              <a:buNone/>
              <a:defRPr b="0" i="0" sz="1400" u="none" cap="none" strike="noStrike">
                <a:solidFill>
                  <a:schemeClr val="dk1"/>
                </a:solidFill>
                <a:latin typeface="Calibri"/>
                <a:ea typeface="Calibri"/>
                <a:cs typeface="Calibri"/>
                <a:sym typeface="Calibri"/>
              </a:defRPr>
            </a:lvl4pPr>
            <a:lvl5pPr indent="-4064" lvl="4" marL="1426464" marR="0" algn="l">
              <a:spcBef>
                <a:spcPts val="0"/>
              </a:spcBef>
              <a:spcAft>
                <a:spcPts val="0"/>
              </a:spcAft>
              <a:buSzPts val="1400"/>
              <a:buNone/>
              <a:defRPr b="0" i="0" sz="1400" u="none" cap="none" strike="noStrike">
                <a:solidFill>
                  <a:schemeClr val="dk1"/>
                </a:solidFill>
                <a:latin typeface="Calibri"/>
                <a:ea typeface="Calibri"/>
                <a:cs typeface="Calibri"/>
                <a:sym typeface="Calibri"/>
              </a:defRPr>
            </a:lvl5pPr>
            <a:lvl6pPr indent="-5080" lvl="5" marL="1783080" marR="0" algn="l">
              <a:spcBef>
                <a:spcPts val="0"/>
              </a:spcBef>
              <a:spcAft>
                <a:spcPts val="0"/>
              </a:spcAft>
              <a:buSzPts val="1400"/>
              <a:buNone/>
              <a:defRPr b="0" i="0" sz="1400" u="none" cap="none" strike="noStrike">
                <a:solidFill>
                  <a:schemeClr val="dk1"/>
                </a:solidFill>
                <a:latin typeface="Calibri"/>
                <a:ea typeface="Calibri"/>
                <a:cs typeface="Calibri"/>
                <a:sym typeface="Calibri"/>
              </a:defRPr>
            </a:lvl6pPr>
            <a:lvl7pPr indent="-6096" lvl="6" marL="2139696" marR="0" algn="l">
              <a:spcBef>
                <a:spcPts val="0"/>
              </a:spcBef>
              <a:spcAft>
                <a:spcPts val="0"/>
              </a:spcAft>
              <a:buSzPts val="1400"/>
              <a:buNone/>
              <a:defRPr b="0" i="0" sz="1400" u="none" cap="none" strike="noStrike">
                <a:solidFill>
                  <a:schemeClr val="dk1"/>
                </a:solidFill>
                <a:latin typeface="Calibri"/>
                <a:ea typeface="Calibri"/>
                <a:cs typeface="Calibri"/>
                <a:sym typeface="Calibri"/>
              </a:defRPr>
            </a:lvl7pPr>
            <a:lvl8pPr indent="-7112" lvl="7" marL="2496312" marR="0" algn="l">
              <a:spcBef>
                <a:spcPts val="0"/>
              </a:spcBef>
              <a:spcAft>
                <a:spcPts val="0"/>
              </a:spcAft>
              <a:buSzPts val="1400"/>
              <a:buNone/>
              <a:defRPr b="0" i="0" sz="1400" u="none" cap="none" strike="noStrike">
                <a:solidFill>
                  <a:schemeClr val="dk1"/>
                </a:solidFill>
                <a:latin typeface="Calibri"/>
                <a:ea typeface="Calibri"/>
                <a:cs typeface="Calibri"/>
                <a:sym typeface="Calibri"/>
              </a:defRPr>
            </a:lvl8pPr>
            <a:lvl9pPr indent="-8128" lvl="8" marL="2852928" marR="0" algn="l">
              <a:spcBef>
                <a:spcPts val="0"/>
              </a:spcBef>
              <a:spcAft>
                <a:spcPts val="0"/>
              </a:spcAft>
              <a:buSzPts val="1400"/>
              <a:buNone/>
              <a:defRPr b="0" i="0" sz="1400" u="none" cap="none" strike="noStrike">
                <a:solidFill>
                  <a:schemeClr val="dk1"/>
                </a:solidFill>
                <a:latin typeface="Calibri"/>
                <a:ea typeface="Calibri"/>
                <a:cs typeface="Calibri"/>
                <a:sym typeface="Calibri"/>
              </a:defRPr>
            </a:lvl9pPr>
          </a:lstStyle>
          <a:p/>
        </p:txBody>
      </p:sp>
      <p:sp>
        <p:nvSpPr>
          <p:cNvPr id="165" name="Google Shape;165;p28"/>
          <p:cNvSpPr txBox="1"/>
          <p:nvPr>
            <p:ph idx="12" type="sldNum"/>
          </p:nvPr>
        </p:nvSpPr>
        <p:spPr>
          <a:xfrm>
            <a:off x="8306459" y="125510"/>
            <a:ext cx="630600" cy="269700"/>
          </a:xfrm>
          <a:prstGeom prst="rect">
            <a:avLst/>
          </a:prstGeom>
          <a:noFill/>
          <a:ln>
            <a:noFill/>
          </a:ln>
        </p:spPr>
        <p:txBody>
          <a:bodyPr anchorCtr="0" anchor="ctr" bIns="35650" lIns="71300" spcFirstLastPara="1" rIns="71300" wrap="square" tIns="35650">
            <a:noAutofit/>
          </a:bodyPr>
          <a:lstStyle>
            <a:lvl1pPr indent="0" lvl="0" marL="0" marR="0" algn="r">
              <a:spcBef>
                <a:spcPts val="0"/>
              </a:spcBef>
              <a:buNone/>
              <a:defRPr b="1" sz="1100">
                <a:solidFill>
                  <a:srgbClr val="262626"/>
                </a:solidFill>
                <a:latin typeface="Calibri"/>
                <a:ea typeface="Calibri"/>
                <a:cs typeface="Calibri"/>
                <a:sym typeface="Calibri"/>
              </a:defRPr>
            </a:lvl1pPr>
            <a:lvl2pPr indent="0" lvl="1" marL="0" marR="0" algn="r">
              <a:spcBef>
                <a:spcPts val="0"/>
              </a:spcBef>
              <a:buNone/>
              <a:defRPr b="1" sz="1100">
                <a:solidFill>
                  <a:srgbClr val="262626"/>
                </a:solidFill>
                <a:latin typeface="Calibri"/>
                <a:ea typeface="Calibri"/>
                <a:cs typeface="Calibri"/>
                <a:sym typeface="Calibri"/>
              </a:defRPr>
            </a:lvl2pPr>
            <a:lvl3pPr indent="0" lvl="2" marL="0" marR="0" algn="r">
              <a:spcBef>
                <a:spcPts val="0"/>
              </a:spcBef>
              <a:buNone/>
              <a:defRPr b="1" sz="1100">
                <a:solidFill>
                  <a:srgbClr val="262626"/>
                </a:solidFill>
                <a:latin typeface="Calibri"/>
                <a:ea typeface="Calibri"/>
                <a:cs typeface="Calibri"/>
                <a:sym typeface="Calibri"/>
              </a:defRPr>
            </a:lvl3pPr>
            <a:lvl4pPr indent="0" lvl="3" marL="0" marR="0" algn="r">
              <a:spcBef>
                <a:spcPts val="0"/>
              </a:spcBef>
              <a:buNone/>
              <a:defRPr b="1" sz="1100">
                <a:solidFill>
                  <a:srgbClr val="262626"/>
                </a:solidFill>
                <a:latin typeface="Calibri"/>
                <a:ea typeface="Calibri"/>
                <a:cs typeface="Calibri"/>
                <a:sym typeface="Calibri"/>
              </a:defRPr>
            </a:lvl4pPr>
            <a:lvl5pPr indent="0" lvl="4" marL="0" marR="0" algn="r">
              <a:spcBef>
                <a:spcPts val="0"/>
              </a:spcBef>
              <a:buNone/>
              <a:defRPr b="1" sz="1100">
                <a:solidFill>
                  <a:srgbClr val="262626"/>
                </a:solidFill>
                <a:latin typeface="Calibri"/>
                <a:ea typeface="Calibri"/>
                <a:cs typeface="Calibri"/>
                <a:sym typeface="Calibri"/>
              </a:defRPr>
            </a:lvl5pPr>
            <a:lvl6pPr indent="0" lvl="5" marL="0" marR="0" algn="r">
              <a:spcBef>
                <a:spcPts val="0"/>
              </a:spcBef>
              <a:buNone/>
              <a:defRPr b="1" sz="1100">
                <a:solidFill>
                  <a:srgbClr val="262626"/>
                </a:solidFill>
                <a:latin typeface="Calibri"/>
                <a:ea typeface="Calibri"/>
                <a:cs typeface="Calibri"/>
                <a:sym typeface="Calibri"/>
              </a:defRPr>
            </a:lvl6pPr>
            <a:lvl7pPr indent="0" lvl="6" marL="0" marR="0" algn="r">
              <a:spcBef>
                <a:spcPts val="0"/>
              </a:spcBef>
              <a:buNone/>
              <a:defRPr b="1" sz="1100">
                <a:solidFill>
                  <a:srgbClr val="262626"/>
                </a:solidFill>
                <a:latin typeface="Calibri"/>
                <a:ea typeface="Calibri"/>
                <a:cs typeface="Calibri"/>
                <a:sym typeface="Calibri"/>
              </a:defRPr>
            </a:lvl7pPr>
            <a:lvl8pPr indent="0" lvl="7" marL="0" marR="0" algn="r">
              <a:spcBef>
                <a:spcPts val="0"/>
              </a:spcBef>
              <a:buNone/>
              <a:defRPr b="1" sz="1100">
                <a:solidFill>
                  <a:srgbClr val="262626"/>
                </a:solidFill>
                <a:latin typeface="Calibri"/>
                <a:ea typeface="Calibri"/>
                <a:cs typeface="Calibri"/>
                <a:sym typeface="Calibri"/>
              </a:defRPr>
            </a:lvl8pPr>
            <a:lvl9pPr indent="0" lvl="8" marL="0" marR="0" algn="r">
              <a:spcBef>
                <a:spcPts val="0"/>
              </a:spcBef>
              <a:buNone/>
              <a:defRPr b="1" sz="1100">
                <a:solidFill>
                  <a:srgbClr val="26262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66" name="Shape 166"/>
        <p:cNvGrpSpPr/>
        <p:nvPr/>
      </p:nvGrpSpPr>
      <p:grpSpPr>
        <a:xfrm>
          <a:off x="0" y="0"/>
          <a:ext cx="0" cy="0"/>
          <a:chOff x="0" y="0"/>
          <a:chExt cx="0" cy="0"/>
        </a:xfrm>
      </p:grpSpPr>
      <p:sp>
        <p:nvSpPr>
          <p:cNvPr id="167" name="Google Shape;167;p29"/>
          <p:cNvSpPr/>
          <p:nvPr/>
        </p:nvSpPr>
        <p:spPr>
          <a:xfrm>
            <a:off x="284164" y="341830"/>
            <a:ext cx="8574000" cy="850500"/>
          </a:xfrm>
          <a:prstGeom prst="rect">
            <a:avLst/>
          </a:prstGeom>
          <a:solidFill>
            <a:srgbClr val="262626">
              <a:alpha val="698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68" name="Google Shape;168;p29"/>
          <p:cNvGrpSpPr/>
          <p:nvPr/>
        </p:nvGrpSpPr>
        <p:grpSpPr>
          <a:xfrm>
            <a:off x="284164" y="1183387"/>
            <a:ext cx="8576301" cy="103050"/>
            <a:chOff x="284163" y="1577847"/>
            <a:chExt cx="8576301" cy="137400"/>
          </a:xfrm>
        </p:grpSpPr>
        <p:sp>
          <p:nvSpPr>
            <p:cNvPr id="169" name="Google Shape;169;p29"/>
            <p:cNvSpPr/>
            <p:nvPr/>
          </p:nvSpPr>
          <p:spPr>
            <a:xfrm>
              <a:off x="284163" y="1577847"/>
              <a:ext cx="1600200" cy="137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0" name="Google Shape;170;p29"/>
            <p:cNvSpPr/>
            <p:nvPr/>
          </p:nvSpPr>
          <p:spPr>
            <a:xfrm>
              <a:off x="1885174" y="1577847"/>
              <a:ext cx="2743200" cy="1374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1" name="Google Shape;171;p29"/>
            <p:cNvSpPr/>
            <p:nvPr/>
          </p:nvSpPr>
          <p:spPr>
            <a:xfrm>
              <a:off x="4626864" y="1577847"/>
              <a:ext cx="4233600" cy="1374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72" name="Google Shape;172;p29"/>
          <p:cNvSpPr txBox="1"/>
          <p:nvPr>
            <p:ph type="title"/>
          </p:nvPr>
        </p:nvSpPr>
        <p:spPr>
          <a:xfrm>
            <a:off x="284164" y="472787"/>
            <a:ext cx="8574000" cy="725700"/>
          </a:xfrm>
          <a:prstGeom prst="rect">
            <a:avLst/>
          </a:prstGeom>
          <a:solidFill>
            <a:srgbClr val="262626">
              <a:alpha val="69800"/>
            </a:srgbClr>
          </a:solidFill>
          <a:ln>
            <a:noFill/>
          </a:ln>
        </p:spPr>
        <p:txBody>
          <a:bodyPr anchorCtr="0" anchor="ctr" bIns="91425" lIns="91425" spcFirstLastPara="1" rIns="91425" wrap="square" tIns="91425">
            <a:noAutofit/>
          </a:bodyPr>
          <a:lstStyle>
            <a:lvl1pPr indent="0" lvl="0" marL="0" marR="0" algn="r">
              <a:spcBef>
                <a:spcPts val="0"/>
              </a:spcBef>
              <a:spcAft>
                <a:spcPts val="0"/>
              </a:spcAft>
              <a:buClr>
                <a:schemeClr val="lt1"/>
              </a:buClr>
              <a:buSzPts val="3000"/>
              <a:buFont typeface="Corbel"/>
              <a:buNone/>
              <a:defRPr b="0" i="0" sz="4200" u="none" cap="none" strike="noStrike">
                <a:solidFill>
                  <a:schemeClr val="lt1"/>
                </a:solidFill>
                <a:latin typeface="Corbel"/>
                <a:ea typeface="Corbel"/>
                <a:cs typeface="Corbel"/>
                <a:sym typeface="Corbel"/>
              </a:defRPr>
            </a:lvl1pPr>
            <a:lvl2pPr indent="0" lvl="1">
              <a:spcBef>
                <a:spcPts val="0"/>
              </a:spcBef>
              <a:spcAft>
                <a:spcPts val="0"/>
              </a:spcAft>
              <a:buSzPts val="3000"/>
              <a:buNone/>
              <a:defRPr sz="1800"/>
            </a:lvl2pPr>
            <a:lvl3pPr indent="0" lvl="2">
              <a:spcBef>
                <a:spcPts val="0"/>
              </a:spcBef>
              <a:spcAft>
                <a:spcPts val="0"/>
              </a:spcAft>
              <a:buSzPts val="3000"/>
              <a:buNone/>
              <a:defRPr sz="1800"/>
            </a:lvl3pPr>
            <a:lvl4pPr indent="0" lvl="3">
              <a:spcBef>
                <a:spcPts val="0"/>
              </a:spcBef>
              <a:spcAft>
                <a:spcPts val="0"/>
              </a:spcAft>
              <a:buSzPts val="3000"/>
              <a:buNone/>
              <a:defRPr sz="1800"/>
            </a:lvl4pPr>
            <a:lvl5pPr indent="0" lvl="4">
              <a:spcBef>
                <a:spcPts val="0"/>
              </a:spcBef>
              <a:spcAft>
                <a:spcPts val="0"/>
              </a:spcAft>
              <a:buSzPts val="3000"/>
              <a:buNone/>
              <a:defRPr sz="1800"/>
            </a:lvl5pPr>
            <a:lvl6pPr indent="0" lvl="5">
              <a:spcBef>
                <a:spcPts val="0"/>
              </a:spcBef>
              <a:spcAft>
                <a:spcPts val="0"/>
              </a:spcAft>
              <a:buSzPts val="3000"/>
              <a:buNone/>
              <a:defRPr sz="1800"/>
            </a:lvl6pPr>
            <a:lvl7pPr indent="0" lvl="6">
              <a:spcBef>
                <a:spcPts val="0"/>
              </a:spcBef>
              <a:spcAft>
                <a:spcPts val="0"/>
              </a:spcAft>
              <a:buSzPts val="3000"/>
              <a:buNone/>
              <a:defRPr sz="1800"/>
            </a:lvl7pPr>
            <a:lvl8pPr indent="0" lvl="7">
              <a:spcBef>
                <a:spcPts val="0"/>
              </a:spcBef>
              <a:spcAft>
                <a:spcPts val="0"/>
              </a:spcAft>
              <a:buSzPts val="3000"/>
              <a:buNone/>
              <a:defRPr sz="1800"/>
            </a:lvl8pPr>
            <a:lvl9pPr indent="0" lvl="8">
              <a:spcBef>
                <a:spcPts val="0"/>
              </a:spcBef>
              <a:spcAft>
                <a:spcPts val="0"/>
              </a:spcAft>
              <a:buSzPts val="3000"/>
              <a:buNone/>
              <a:defRPr sz="1800"/>
            </a:lvl9pPr>
          </a:lstStyle>
          <a:p/>
        </p:txBody>
      </p:sp>
      <p:sp>
        <p:nvSpPr>
          <p:cNvPr id="173" name="Google Shape;173;p29"/>
          <p:cNvSpPr txBox="1"/>
          <p:nvPr>
            <p:ph idx="1" type="body"/>
          </p:nvPr>
        </p:nvSpPr>
        <p:spPr>
          <a:xfrm>
            <a:off x="403412" y="1613298"/>
            <a:ext cx="3931800" cy="2981400"/>
          </a:xfrm>
          <a:prstGeom prst="rect">
            <a:avLst/>
          </a:prstGeom>
          <a:noFill/>
          <a:ln>
            <a:noFill/>
          </a:ln>
        </p:spPr>
        <p:txBody>
          <a:bodyPr anchorCtr="0" anchor="t" bIns="91425" lIns="91425" spcFirstLastPara="1" rIns="91425" wrap="square" tIns="91425">
            <a:noAutofit/>
          </a:bodyPr>
          <a:lstStyle>
            <a:lvl1pPr indent="-354330" lvl="0" marL="457200" marR="0" algn="l">
              <a:spcBef>
                <a:spcPts val="2000"/>
              </a:spcBef>
              <a:spcAft>
                <a:spcPts val="0"/>
              </a:spcAft>
              <a:buClr>
                <a:srgbClr val="A5A5A5"/>
              </a:buClr>
              <a:buSzPts val="1980"/>
              <a:buFont typeface="Noto Sans Symbols"/>
              <a:buChar char="↗"/>
              <a:defRPr b="0" i="0" sz="2200" u="none" cap="none" strike="noStrike">
                <a:solidFill>
                  <a:srgbClr val="262626"/>
                </a:solidFill>
                <a:latin typeface="Calibri"/>
                <a:ea typeface="Calibri"/>
                <a:cs typeface="Calibri"/>
                <a:sym typeface="Calibri"/>
              </a:defRPr>
            </a:lvl1pPr>
            <a:lvl2pPr indent="-342900" lvl="1" marL="914400" marR="0" algn="l">
              <a:spcBef>
                <a:spcPts val="1600"/>
              </a:spcBef>
              <a:spcAft>
                <a:spcPts val="0"/>
              </a:spcAft>
              <a:buClr>
                <a:srgbClr val="3F3F3F"/>
              </a:buClr>
              <a:buSzPts val="1800"/>
              <a:buFont typeface="Noto Sans Symbols"/>
              <a:buChar char="↗"/>
              <a:defRPr b="0" i="0" sz="2000" u="none" cap="none" strike="noStrike">
                <a:solidFill>
                  <a:srgbClr val="262626"/>
                </a:solidFill>
                <a:latin typeface="Calibri"/>
                <a:ea typeface="Calibri"/>
                <a:cs typeface="Calibri"/>
                <a:sym typeface="Calibri"/>
              </a:defRPr>
            </a:lvl2pPr>
            <a:lvl3pPr indent="-331470" lvl="2" marL="1371600" marR="0" algn="l">
              <a:spcBef>
                <a:spcPts val="1600"/>
              </a:spcBef>
              <a:spcAft>
                <a:spcPts val="0"/>
              </a:spcAft>
              <a:buClr>
                <a:srgbClr val="A5A5A5"/>
              </a:buClr>
              <a:buSzPts val="1620"/>
              <a:buFont typeface="Noto Sans Symbols"/>
              <a:buChar char="↗"/>
              <a:defRPr b="0" i="0" sz="1800" u="none" cap="none" strike="noStrike">
                <a:solidFill>
                  <a:srgbClr val="262626"/>
                </a:solidFill>
                <a:latin typeface="Calibri"/>
                <a:ea typeface="Calibri"/>
                <a:cs typeface="Calibri"/>
                <a:sym typeface="Calibri"/>
              </a:defRPr>
            </a:lvl3pPr>
            <a:lvl4pPr indent="-331470" lvl="3" marL="1828800" marR="0" algn="l">
              <a:spcBef>
                <a:spcPts val="1600"/>
              </a:spcBef>
              <a:spcAft>
                <a:spcPts val="0"/>
              </a:spcAft>
              <a:buClr>
                <a:srgbClr val="3F3F3F"/>
              </a:buClr>
              <a:buSzPts val="1620"/>
              <a:buFont typeface="Noto Sans Symbols"/>
              <a:buChar char="↗"/>
              <a:defRPr b="0" i="0" sz="1800" u="none" cap="none" strike="noStrike">
                <a:solidFill>
                  <a:srgbClr val="262626"/>
                </a:solidFill>
                <a:latin typeface="Calibri"/>
                <a:ea typeface="Calibri"/>
                <a:cs typeface="Calibri"/>
                <a:sym typeface="Calibri"/>
              </a:defRPr>
            </a:lvl4pPr>
            <a:lvl5pPr indent="-331470" lvl="4" marL="2286000" marR="0" algn="l">
              <a:spcBef>
                <a:spcPts val="1600"/>
              </a:spcBef>
              <a:spcAft>
                <a:spcPts val="0"/>
              </a:spcAft>
              <a:buClr>
                <a:srgbClr val="A5A5A5"/>
              </a:buClr>
              <a:buSzPts val="1620"/>
              <a:buFont typeface="Noto Sans Symbols"/>
              <a:buChar char="↗"/>
              <a:defRPr b="0" i="0" sz="1800" u="none" cap="none" strike="noStrike">
                <a:solidFill>
                  <a:srgbClr val="262626"/>
                </a:solidFill>
                <a:latin typeface="Calibri"/>
                <a:ea typeface="Calibri"/>
                <a:cs typeface="Calibri"/>
                <a:sym typeface="Calibri"/>
              </a:defRPr>
            </a:lvl5pPr>
            <a:lvl6pPr indent="-331470" lvl="5" marL="2743200" marR="0" algn="l">
              <a:spcBef>
                <a:spcPts val="1600"/>
              </a:spcBef>
              <a:spcAft>
                <a:spcPts val="0"/>
              </a:spcAft>
              <a:buClr>
                <a:srgbClr val="3F3F3F"/>
              </a:buClr>
              <a:buSzPts val="1620"/>
              <a:buFont typeface="Noto Sans Symbols"/>
              <a:buChar char="↗"/>
              <a:defRPr b="0" i="0" sz="1800" u="none" cap="none" strike="noStrike">
                <a:solidFill>
                  <a:srgbClr val="262626"/>
                </a:solidFill>
                <a:latin typeface="Calibri"/>
                <a:ea typeface="Calibri"/>
                <a:cs typeface="Calibri"/>
                <a:sym typeface="Calibri"/>
              </a:defRPr>
            </a:lvl6pPr>
            <a:lvl7pPr indent="-331470" lvl="6" marL="3200400" marR="0" algn="l">
              <a:spcBef>
                <a:spcPts val="1600"/>
              </a:spcBef>
              <a:spcAft>
                <a:spcPts val="0"/>
              </a:spcAft>
              <a:buClr>
                <a:srgbClr val="A5A5A5"/>
              </a:buClr>
              <a:buSzPts val="1620"/>
              <a:buFont typeface="Noto Sans Symbols"/>
              <a:buChar char="↗"/>
              <a:defRPr b="0" i="0" sz="1800" u="none" cap="none" strike="noStrike">
                <a:solidFill>
                  <a:srgbClr val="262626"/>
                </a:solidFill>
                <a:latin typeface="Calibri"/>
                <a:ea typeface="Calibri"/>
                <a:cs typeface="Calibri"/>
                <a:sym typeface="Calibri"/>
              </a:defRPr>
            </a:lvl7pPr>
            <a:lvl8pPr indent="-331470" lvl="7" marL="3657600" marR="0" algn="l">
              <a:spcBef>
                <a:spcPts val="1600"/>
              </a:spcBef>
              <a:spcAft>
                <a:spcPts val="0"/>
              </a:spcAft>
              <a:buClr>
                <a:srgbClr val="3F3F3F"/>
              </a:buClr>
              <a:buSzPts val="1620"/>
              <a:buFont typeface="Noto Sans Symbols"/>
              <a:buChar char="↗"/>
              <a:defRPr b="0" i="0" sz="1800" u="none" cap="none" strike="noStrike">
                <a:solidFill>
                  <a:srgbClr val="262626"/>
                </a:solidFill>
                <a:latin typeface="Calibri"/>
                <a:ea typeface="Calibri"/>
                <a:cs typeface="Calibri"/>
                <a:sym typeface="Calibri"/>
              </a:defRPr>
            </a:lvl8pPr>
            <a:lvl9pPr indent="-331470" lvl="8" marL="4114800" marR="0" algn="l">
              <a:spcBef>
                <a:spcPts val="1600"/>
              </a:spcBef>
              <a:spcAft>
                <a:spcPts val="1600"/>
              </a:spcAft>
              <a:buClr>
                <a:srgbClr val="A5A5A5"/>
              </a:buClr>
              <a:buSzPts val="1620"/>
              <a:buFont typeface="Noto Sans Symbols"/>
              <a:buChar char="↗"/>
              <a:defRPr b="0" i="0" sz="1800" u="none" cap="none" strike="noStrike">
                <a:solidFill>
                  <a:srgbClr val="262626"/>
                </a:solidFill>
                <a:latin typeface="Calibri"/>
                <a:ea typeface="Calibri"/>
                <a:cs typeface="Calibri"/>
                <a:sym typeface="Calibri"/>
              </a:defRPr>
            </a:lvl9pPr>
          </a:lstStyle>
          <a:p/>
        </p:txBody>
      </p:sp>
      <p:sp>
        <p:nvSpPr>
          <p:cNvPr id="174" name="Google Shape;174;p29"/>
          <p:cNvSpPr txBox="1"/>
          <p:nvPr>
            <p:ph idx="2" type="body"/>
          </p:nvPr>
        </p:nvSpPr>
        <p:spPr>
          <a:xfrm>
            <a:off x="4778188" y="1613298"/>
            <a:ext cx="3931800" cy="2981400"/>
          </a:xfrm>
          <a:prstGeom prst="rect">
            <a:avLst/>
          </a:prstGeom>
          <a:noFill/>
          <a:ln>
            <a:noFill/>
          </a:ln>
        </p:spPr>
        <p:txBody>
          <a:bodyPr anchorCtr="0" anchor="t" bIns="91425" lIns="91425" spcFirstLastPara="1" rIns="91425" wrap="square" tIns="91425">
            <a:noAutofit/>
          </a:bodyPr>
          <a:lstStyle>
            <a:lvl1pPr indent="-354330" lvl="0" marL="457200" marR="0" algn="l">
              <a:spcBef>
                <a:spcPts val="2000"/>
              </a:spcBef>
              <a:spcAft>
                <a:spcPts val="0"/>
              </a:spcAft>
              <a:buClr>
                <a:srgbClr val="A5A5A5"/>
              </a:buClr>
              <a:buSzPts val="1980"/>
              <a:buFont typeface="Noto Sans Symbols"/>
              <a:buChar char="↗"/>
              <a:defRPr b="0" i="0" sz="2200" u="none" cap="none" strike="noStrike">
                <a:solidFill>
                  <a:srgbClr val="262626"/>
                </a:solidFill>
                <a:latin typeface="Calibri"/>
                <a:ea typeface="Calibri"/>
                <a:cs typeface="Calibri"/>
                <a:sym typeface="Calibri"/>
              </a:defRPr>
            </a:lvl1pPr>
            <a:lvl2pPr indent="-342900" lvl="1" marL="914400" marR="0" algn="l">
              <a:spcBef>
                <a:spcPts val="1600"/>
              </a:spcBef>
              <a:spcAft>
                <a:spcPts val="0"/>
              </a:spcAft>
              <a:buClr>
                <a:srgbClr val="3F3F3F"/>
              </a:buClr>
              <a:buSzPts val="1800"/>
              <a:buFont typeface="Noto Sans Symbols"/>
              <a:buChar char="↗"/>
              <a:defRPr b="0" i="0" sz="2000" u="none" cap="none" strike="noStrike">
                <a:solidFill>
                  <a:srgbClr val="262626"/>
                </a:solidFill>
                <a:latin typeface="Calibri"/>
                <a:ea typeface="Calibri"/>
                <a:cs typeface="Calibri"/>
                <a:sym typeface="Calibri"/>
              </a:defRPr>
            </a:lvl2pPr>
            <a:lvl3pPr indent="-331470" lvl="2" marL="1371600" marR="0" algn="l">
              <a:spcBef>
                <a:spcPts val="1600"/>
              </a:spcBef>
              <a:spcAft>
                <a:spcPts val="0"/>
              </a:spcAft>
              <a:buClr>
                <a:srgbClr val="A5A5A5"/>
              </a:buClr>
              <a:buSzPts val="1620"/>
              <a:buFont typeface="Noto Sans Symbols"/>
              <a:buChar char="↗"/>
              <a:defRPr b="0" i="0" sz="1800" u="none" cap="none" strike="noStrike">
                <a:solidFill>
                  <a:srgbClr val="262626"/>
                </a:solidFill>
                <a:latin typeface="Calibri"/>
                <a:ea typeface="Calibri"/>
                <a:cs typeface="Calibri"/>
                <a:sym typeface="Calibri"/>
              </a:defRPr>
            </a:lvl3pPr>
            <a:lvl4pPr indent="-331470" lvl="3" marL="1828800" marR="0" algn="l">
              <a:spcBef>
                <a:spcPts val="1600"/>
              </a:spcBef>
              <a:spcAft>
                <a:spcPts val="0"/>
              </a:spcAft>
              <a:buClr>
                <a:srgbClr val="3F3F3F"/>
              </a:buClr>
              <a:buSzPts val="1620"/>
              <a:buFont typeface="Noto Sans Symbols"/>
              <a:buChar char="↗"/>
              <a:defRPr b="0" i="0" sz="1800" u="none" cap="none" strike="noStrike">
                <a:solidFill>
                  <a:srgbClr val="262626"/>
                </a:solidFill>
                <a:latin typeface="Calibri"/>
                <a:ea typeface="Calibri"/>
                <a:cs typeface="Calibri"/>
                <a:sym typeface="Calibri"/>
              </a:defRPr>
            </a:lvl4pPr>
            <a:lvl5pPr indent="-331470" lvl="4" marL="2286000" marR="0" algn="l">
              <a:spcBef>
                <a:spcPts val="1600"/>
              </a:spcBef>
              <a:spcAft>
                <a:spcPts val="0"/>
              </a:spcAft>
              <a:buClr>
                <a:srgbClr val="A5A5A5"/>
              </a:buClr>
              <a:buSzPts val="1620"/>
              <a:buFont typeface="Noto Sans Symbols"/>
              <a:buChar char="↗"/>
              <a:defRPr b="0" i="0" sz="1800" u="none" cap="none" strike="noStrike">
                <a:solidFill>
                  <a:srgbClr val="262626"/>
                </a:solidFill>
                <a:latin typeface="Calibri"/>
                <a:ea typeface="Calibri"/>
                <a:cs typeface="Calibri"/>
                <a:sym typeface="Calibri"/>
              </a:defRPr>
            </a:lvl5pPr>
            <a:lvl6pPr indent="-331470" lvl="5" marL="2743200" marR="0" algn="l">
              <a:spcBef>
                <a:spcPts val="1600"/>
              </a:spcBef>
              <a:spcAft>
                <a:spcPts val="0"/>
              </a:spcAft>
              <a:buClr>
                <a:srgbClr val="3F3F3F"/>
              </a:buClr>
              <a:buSzPts val="1620"/>
              <a:buFont typeface="Noto Sans Symbols"/>
              <a:buChar char="↗"/>
              <a:defRPr b="0" i="0" sz="1800" u="none" cap="none" strike="noStrike">
                <a:solidFill>
                  <a:srgbClr val="262626"/>
                </a:solidFill>
                <a:latin typeface="Calibri"/>
                <a:ea typeface="Calibri"/>
                <a:cs typeface="Calibri"/>
                <a:sym typeface="Calibri"/>
              </a:defRPr>
            </a:lvl6pPr>
            <a:lvl7pPr indent="-331470" lvl="6" marL="3200400" marR="0" algn="l">
              <a:spcBef>
                <a:spcPts val="1600"/>
              </a:spcBef>
              <a:spcAft>
                <a:spcPts val="0"/>
              </a:spcAft>
              <a:buClr>
                <a:srgbClr val="A5A5A5"/>
              </a:buClr>
              <a:buSzPts val="1620"/>
              <a:buFont typeface="Noto Sans Symbols"/>
              <a:buChar char="↗"/>
              <a:defRPr b="0" i="0" sz="1800" u="none" cap="none" strike="noStrike">
                <a:solidFill>
                  <a:srgbClr val="262626"/>
                </a:solidFill>
                <a:latin typeface="Calibri"/>
                <a:ea typeface="Calibri"/>
                <a:cs typeface="Calibri"/>
                <a:sym typeface="Calibri"/>
              </a:defRPr>
            </a:lvl7pPr>
            <a:lvl8pPr indent="-331470" lvl="7" marL="3657600" marR="0" algn="l">
              <a:spcBef>
                <a:spcPts val="1600"/>
              </a:spcBef>
              <a:spcAft>
                <a:spcPts val="0"/>
              </a:spcAft>
              <a:buClr>
                <a:srgbClr val="3F3F3F"/>
              </a:buClr>
              <a:buSzPts val="1620"/>
              <a:buFont typeface="Noto Sans Symbols"/>
              <a:buChar char="↗"/>
              <a:defRPr b="0" i="0" sz="1800" u="none" cap="none" strike="noStrike">
                <a:solidFill>
                  <a:srgbClr val="262626"/>
                </a:solidFill>
                <a:latin typeface="Calibri"/>
                <a:ea typeface="Calibri"/>
                <a:cs typeface="Calibri"/>
                <a:sym typeface="Calibri"/>
              </a:defRPr>
            </a:lvl8pPr>
            <a:lvl9pPr indent="-331470" lvl="8" marL="4114800" marR="0" algn="l">
              <a:spcBef>
                <a:spcPts val="1600"/>
              </a:spcBef>
              <a:spcAft>
                <a:spcPts val="1600"/>
              </a:spcAft>
              <a:buClr>
                <a:srgbClr val="A5A5A5"/>
              </a:buClr>
              <a:buSzPts val="1620"/>
              <a:buFont typeface="Noto Sans Symbols"/>
              <a:buChar char="↗"/>
              <a:defRPr b="0" i="0" sz="1800" u="none" cap="none" strike="noStrike">
                <a:solidFill>
                  <a:srgbClr val="262626"/>
                </a:solidFill>
                <a:latin typeface="Calibri"/>
                <a:ea typeface="Calibri"/>
                <a:cs typeface="Calibri"/>
                <a:sym typeface="Calibri"/>
              </a:defRPr>
            </a:lvl9pPr>
          </a:lstStyle>
          <a:p/>
        </p:txBody>
      </p:sp>
      <p:sp>
        <p:nvSpPr>
          <p:cNvPr id="175" name="Google Shape;175;p29"/>
          <p:cNvSpPr txBox="1"/>
          <p:nvPr>
            <p:ph idx="10" type="dt"/>
          </p:nvPr>
        </p:nvSpPr>
        <p:spPr>
          <a:xfrm>
            <a:off x="6794936" y="4827775"/>
            <a:ext cx="2133600" cy="273900"/>
          </a:xfrm>
          <a:prstGeom prst="rect">
            <a:avLst/>
          </a:prstGeom>
          <a:noFill/>
          <a:ln>
            <a:noFill/>
          </a:ln>
        </p:spPr>
        <p:txBody>
          <a:bodyPr anchorCtr="0" anchor="ctr" bIns="91425" lIns="91425" spcFirstLastPara="1" rIns="91425" wrap="square" tIns="91425">
            <a:noAutofit/>
          </a:bodyPr>
          <a:lstStyle>
            <a:lvl1pPr indent="0" lvl="0" marL="0" marR="0" algn="r">
              <a:spcBef>
                <a:spcPts val="0"/>
              </a:spcBef>
              <a:spcAft>
                <a:spcPts val="0"/>
              </a:spcAft>
              <a:buSzPts val="1400"/>
              <a:buNone/>
              <a:defRPr b="1" sz="1100">
                <a:solidFill>
                  <a:srgbClr val="A5A5A5"/>
                </a:solidFill>
                <a:latin typeface="Calibri"/>
                <a:ea typeface="Calibri"/>
                <a:cs typeface="Calibri"/>
                <a:sym typeface="Calibri"/>
              </a:defRPr>
            </a:lvl1pPr>
            <a:lvl2pPr indent="0" lvl="1" marL="457200"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6" name="Google Shape;176;p29"/>
          <p:cNvSpPr txBox="1"/>
          <p:nvPr>
            <p:ph idx="11" type="ftr"/>
          </p:nvPr>
        </p:nvSpPr>
        <p:spPr>
          <a:xfrm>
            <a:off x="199698" y="4827775"/>
            <a:ext cx="6124800" cy="273900"/>
          </a:xfrm>
          <a:prstGeom prst="rect">
            <a:avLst/>
          </a:prstGeom>
          <a:noFill/>
          <a:ln>
            <a:noFill/>
          </a:ln>
        </p:spPr>
        <p:txBody>
          <a:bodyPr anchorCtr="0" anchor="ctr" bIns="91425" lIns="91425" spcFirstLastPara="1" rIns="91425" wrap="square" tIns="91425">
            <a:noAutofit/>
          </a:bodyPr>
          <a:lstStyle>
            <a:lvl1pPr indent="0" lvl="0" marL="0" marR="0" algn="l">
              <a:spcBef>
                <a:spcPts val="0"/>
              </a:spcBef>
              <a:spcAft>
                <a:spcPts val="0"/>
              </a:spcAft>
              <a:buSzPts val="1400"/>
              <a:buNone/>
              <a:defRPr b="1" sz="1100">
                <a:solidFill>
                  <a:srgbClr val="A5A5A5"/>
                </a:solidFill>
                <a:latin typeface="Calibri"/>
                <a:ea typeface="Calibri"/>
                <a:cs typeface="Calibri"/>
                <a:sym typeface="Calibri"/>
              </a:defRPr>
            </a:lvl1pPr>
            <a:lvl2pPr indent="0" lvl="1" marL="457200"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7" name="Google Shape;177;p29"/>
          <p:cNvSpPr txBox="1"/>
          <p:nvPr>
            <p:ph idx="12" type="sldNum"/>
          </p:nvPr>
        </p:nvSpPr>
        <p:spPr>
          <a:xfrm>
            <a:off x="8306460" y="125510"/>
            <a:ext cx="630600" cy="2697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1" sz="1400">
                <a:solidFill>
                  <a:srgbClr val="262626"/>
                </a:solidFill>
                <a:latin typeface="Calibri"/>
                <a:ea typeface="Calibri"/>
                <a:cs typeface="Calibri"/>
                <a:sym typeface="Calibri"/>
              </a:defRPr>
            </a:lvl1pPr>
            <a:lvl2pPr indent="0" lvl="1" marL="0" marR="0" algn="r">
              <a:spcBef>
                <a:spcPts val="0"/>
              </a:spcBef>
              <a:buNone/>
              <a:defRPr b="1" sz="1400">
                <a:solidFill>
                  <a:srgbClr val="262626"/>
                </a:solidFill>
                <a:latin typeface="Calibri"/>
                <a:ea typeface="Calibri"/>
                <a:cs typeface="Calibri"/>
                <a:sym typeface="Calibri"/>
              </a:defRPr>
            </a:lvl2pPr>
            <a:lvl3pPr indent="0" lvl="2" marL="0" marR="0" algn="r">
              <a:spcBef>
                <a:spcPts val="0"/>
              </a:spcBef>
              <a:buNone/>
              <a:defRPr b="1" sz="1400">
                <a:solidFill>
                  <a:srgbClr val="262626"/>
                </a:solidFill>
                <a:latin typeface="Calibri"/>
                <a:ea typeface="Calibri"/>
                <a:cs typeface="Calibri"/>
                <a:sym typeface="Calibri"/>
              </a:defRPr>
            </a:lvl3pPr>
            <a:lvl4pPr indent="0" lvl="3" marL="0" marR="0" algn="r">
              <a:spcBef>
                <a:spcPts val="0"/>
              </a:spcBef>
              <a:buNone/>
              <a:defRPr b="1" sz="1400">
                <a:solidFill>
                  <a:srgbClr val="262626"/>
                </a:solidFill>
                <a:latin typeface="Calibri"/>
                <a:ea typeface="Calibri"/>
                <a:cs typeface="Calibri"/>
                <a:sym typeface="Calibri"/>
              </a:defRPr>
            </a:lvl4pPr>
            <a:lvl5pPr indent="0" lvl="4" marL="0" marR="0" algn="r">
              <a:spcBef>
                <a:spcPts val="0"/>
              </a:spcBef>
              <a:buNone/>
              <a:defRPr b="1" sz="1400">
                <a:solidFill>
                  <a:srgbClr val="262626"/>
                </a:solidFill>
                <a:latin typeface="Calibri"/>
                <a:ea typeface="Calibri"/>
                <a:cs typeface="Calibri"/>
                <a:sym typeface="Calibri"/>
              </a:defRPr>
            </a:lvl5pPr>
            <a:lvl6pPr indent="0" lvl="5" marL="0" marR="0" algn="r">
              <a:spcBef>
                <a:spcPts val="0"/>
              </a:spcBef>
              <a:buNone/>
              <a:defRPr b="1" sz="1400">
                <a:solidFill>
                  <a:srgbClr val="262626"/>
                </a:solidFill>
                <a:latin typeface="Calibri"/>
                <a:ea typeface="Calibri"/>
                <a:cs typeface="Calibri"/>
                <a:sym typeface="Calibri"/>
              </a:defRPr>
            </a:lvl6pPr>
            <a:lvl7pPr indent="0" lvl="6" marL="0" marR="0" algn="r">
              <a:spcBef>
                <a:spcPts val="0"/>
              </a:spcBef>
              <a:buNone/>
              <a:defRPr b="1" sz="1400">
                <a:solidFill>
                  <a:srgbClr val="262626"/>
                </a:solidFill>
                <a:latin typeface="Calibri"/>
                <a:ea typeface="Calibri"/>
                <a:cs typeface="Calibri"/>
                <a:sym typeface="Calibri"/>
              </a:defRPr>
            </a:lvl7pPr>
            <a:lvl8pPr indent="0" lvl="7" marL="0" marR="0" algn="r">
              <a:spcBef>
                <a:spcPts val="0"/>
              </a:spcBef>
              <a:buNone/>
              <a:defRPr b="1" sz="1400">
                <a:solidFill>
                  <a:srgbClr val="262626"/>
                </a:solidFill>
                <a:latin typeface="Calibri"/>
                <a:ea typeface="Calibri"/>
                <a:cs typeface="Calibri"/>
                <a:sym typeface="Calibri"/>
              </a:defRPr>
            </a:lvl8pPr>
            <a:lvl9pPr indent="0" lvl="8" marL="0" marR="0" algn="r">
              <a:spcBef>
                <a:spcPts val="0"/>
              </a:spcBef>
              <a:buNone/>
              <a:defRPr b="1" sz="1400">
                <a:solidFill>
                  <a:srgbClr val="26262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2" name="Shape 182"/>
        <p:cNvGrpSpPr/>
        <p:nvPr/>
      </p:nvGrpSpPr>
      <p:grpSpPr>
        <a:xfrm>
          <a:off x="0" y="0"/>
          <a:ext cx="0" cy="0"/>
          <a:chOff x="0" y="0"/>
          <a:chExt cx="0" cy="0"/>
        </a:xfrm>
      </p:grpSpPr>
      <p:sp>
        <p:nvSpPr>
          <p:cNvPr id="183" name="Google Shape;183;p31"/>
          <p:cNvSpPr/>
          <p:nvPr/>
        </p:nvSpPr>
        <p:spPr>
          <a:xfrm>
            <a:off x="586721" y="0"/>
            <a:ext cx="7970700" cy="6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31"/>
          <p:cNvSpPr/>
          <p:nvPr/>
        </p:nvSpPr>
        <p:spPr>
          <a:xfrm>
            <a:off x="586721" y="5076900"/>
            <a:ext cx="7970700" cy="66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5" name="Google Shape;185;p31"/>
          <p:cNvCxnSpPr/>
          <p:nvPr/>
        </p:nvCxnSpPr>
        <p:spPr>
          <a:xfrm>
            <a:off x="733219" y="2235351"/>
            <a:ext cx="385200" cy="0"/>
          </a:xfrm>
          <a:prstGeom prst="straightConnector1">
            <a:avLst/>
          </a:prstGeom>
          <a:noFill/>
          <a:ln cap="flat" cmpd="sng" w="28575">
            <a:solidFill>
              <a:schemeClr val="dk1"/>
            </a:solidFill>
            <a:prstDash val="solid"/>
            <a:round/>
            <a:headEnd len="sm" w="sm" type="none"/>
            <a:tailEnd len="sm" w="sm" type="none"/>
          </a:ln>
        </p:spPr>
      </p:cxnSp>
      <p:sp>
        <p:nvSpPr>
          <p:cNvPr id="186" name="Google Shape;186;p31"/>
          <p:cNvSpPr txBox="1"/>
          <p:nvPr>
            <p:ph type="ctrTitle"/>
          </p:nvPr>
        </p:nvSpPr>
        <p:spPr>
          <a:xfrm>
            <a:off x="630600" y="136800"/>
            <a:ext cx="7893000" cy="1853700"/>
          </a:xfrm>
          <a:prstGeom prst="rect">
            <a:avLst/>
          </a:prstGeom>
        </p:spPr>
        <p:txBody>
          <a:bodyPr anchorCtr="0" anchor="b" bIns="91425" lIns="91425" spcFirstLastPara="1" rIns="91425" wrap="square" tIns="91425">
            <a:noAutofit/>
          </a:bodyPr>
          <a:lstStyle>
            <a:lvl1pPr lvl="0">
              <a:spcBef>
                <a:spcPts val="1000"/>
              </a:spcBef>
              <a:spcAft>
                <a:spcPts val="0"/>
              </a:spcAft>
              <a:buSzPts val="4800"/>
              <a:buNone/>
              <a:defRPr sz="4800"/>
            </a:lvl1pPr>
            <a:lvl2pPr lvl="1">
              <a:spcBef>
                <a:spcPts val="1000"/>
              </a:spcBef>
              <a:spcAft>
                <a:spcPts val="0"/>
              </a:spcAft>
              <a:buSzPts val="4800"/>
              <a:buNone/>
              <a:defRPr sz="4800"/>
            </a:lvl2pPr>
            <a:lvl3pPr lvl="2">
              <a:spcBef>
                <a:spcPts val="1000"/>
              </a:spcBef>
              <a:spcAft>
                <a:spcPts val="0"/>
              </a:spcAft>
              <a:buSzPts val="4800"/>
              <a:buNone/>
              <a:defRPr sz="4800"/>
            </a:lvl3pPr>
            <a:lvl4pPr lvl="3">
              <a:spcBef>
                <a:spcPts val="1000"/>
              </a:spcBef>
              <a:spcAft>
                <a:spcPts val="0"/>
              </a:spcAft>
              <a:buSzPts val="4800"/>
              <a:buNone/>
              <a:defRPr sz="4800"/>
            </a:lvl4pPr>
            <a:lvl5pPr lvl="4">
              <a:spcBef>
                <a:spcPts val="1000"/>
              </a:spcBef>
              <a:spcAft>
                <a:spcPts val="0"/>
              </a:spcAft>
              <a:buSzPts val="4800"/>
              <a:buNone/>
              <a:defRPr sz="4800"/>
            </a:lvl5pPr>
            <a:lvl6pPr lvl="5">
              <a:spcBef>
                <a:spcPts val="1000"/>
              </a:spcBef>
              <a:spcAft>
                <a:spcPts val="0"/>
              </a:spcAft>
              <a:buSzPts val="4800"/>
              <a:buNone/>
              <a:defRPr sz="4800"/>
            </a:lvl6pPr>
            <a:lvl7pPr lvl="6">
              <a:spcBef>
                <a:spcPts val="1000"/>
              </a:spcBef>
              <a:spcAft>
                <a:spcPts val="0"/>
              </a:spcAft>
              <a:buSzPts val="4800"/>
              <a:buNone/>
              <a:defRPr sz="4800"/>
            </a:lvl7pPr>
            <a:lvl8pPr lvl="7">
              <a:spcBef>
                <a:spcPts val="1000"/>
              </a:spcBef>
              <a:spcAft>
                <a:spcPts val="0"/>
              </a:spcAft>
              <a:buSzPts val="4800"/>
              <a:buNone/>
              <a:defRPr sz="4800"/>
            </a:lvl8pPr>
            <a:lvl9pPr lvl="8">
              <a:spcBef>
                <a:spcPts val="1000"/>
              </a:spcBef>
              <a:spcAft>
                <a:spcPts val="0"/>
              </a:spcAft>
              <a:buSzPts val="4800"/>
              <a:buNone/>
              <a:defRPr sz="4800"/>
            </a:lvl9pPr>
          </a:lstStyle>
          <a:p/>
        </p:txBody>
      </p:sp>
      <p:sp>
        <p:nvSpPr>
          <p:cNvPr id="187" name="Google Shape;187;p31"/>
          <p:cNvSpPr txBox="1"/>
          <p:nvPr>
            <p:ph idx="1" type="subTitle"/>
          </p:nvPr>
        </p:nvSpPr>
        <p:spPr>
          <a:xfrm>
            <a:off x="630600" y="3228375"/>
            <a:ext cx="7893000" cy="1274100"/>
          </a:xfrm>
          <a:prstGeom prst="rect">
            <a:avLst/>
          </a:prstGeom>
        </p:spPr>
        <p:txBody>
          <a:bodyPr anchorCtr="0" anchor="b" bIns="91425" lIns="91425" spcFirstLastPara="1" rIns="91425" wrap="square" tIns="91425">
            <a:noAutofit/>
          </a:bodyPr>
          <a:lstStyle>
            <a:lvl1pPr lvl="0">
              <a:lnSpc>
                <a:spcPct val="100000"/>
              </a:lnSpc>
              <a:spcBef>
                <a:spcPts val="1000"/>
              </a:spcBef>
              <a:spcAft>
                <a:spcPts val="0"/>
              </a:spcAft>
              <a:buClr>
                <a:schemeClr val="accent6"/>
              </a:buClr>
              <a:buSzPts val="2400"/>
              <a:buNone/>
              <a:defRPr sz="2400">
                <a:solidFill>
                  <a:schemeClr val="accent6"/>
                </a:solidFill>
              </a:defRPr>
            </a:lvl1pPr>
            <a:lvl2pPr lvl="1">
              <a:lnSpc>
                <a:spcPct val="100000"/>
              </a:lnSpc>
              <a:spcBef>
                <a:spcPts val="1000"/>
              </a:spcBef>
              <a:spcAft>
                <a:spcPts val="0"/>
              </a:spcAft>
              <a:buClr>
                <a:schemeClr val="accent6"/>
              </a:buClr>
              <a:buSzPts val="2400"/>
              <a:buNone/>
              <a:defRPr sz="2400">
                <a:solidFill>
                  <a:schemeClr val="accent6"/>
                </a:solidFill>
              </a:defRPr>
            </a:lvl2pPr>
            <a:lvl3pPr lvl="2">
              <a:lnSpc>
                <a:spcPct val="100000"/>
              </a:lnSpc>
              <a:spcBef>
                <a:spcPts val="1000"/>
              </a:spcBef>
              <a:spcAft>
                <a:spcPts val="0"/>
              </a:spcAft>
              <a:buClr>
                <a:schemeClr val="accent6"/>
              </a:buClr>
              <a:buSzPts val="2400"/>
              <a:buNone/>
              <a:defRPr sz="2400">
                <a:solidFill>
                  <a:schemeClr val="accent6"/>
                </a:solidFill>
              </a:defRPr>
            </a:lvl3pPr>
            <a:lvl4pPr lvl="3">
              <a:lnSpc>
                <a:spcPct val="100000"/>
              </a:lnSpc>
              <a:spcBef>
                <a:spcPts val="1000"/>
              </a:spcBef>
              <a:spcAft>
                <a:spcPts val="0"/>
              </a:spcAft>
              <a:buClr>
                <a:schemeClr val="accent6"/>
              </a:buClr>
              <a:buSzPts val="2400"/>
              <a:buNone/>
              <a:defRPr sz="2400">
                <a:solidFill>
                  <a:schemeClr val="accent6"/>
                </a:solidFill>
              </a:defRPr>
            </a:lvl4pPr>
            <a:lvl5pPr lvl="4">
              <a:lnSpc>
                <a:spcPct val="100000"/>
              </a:lnSpc>
              <a:spcBef>
                <a:spcPts val="1000"/>
              </a:spcBef>
              <a:spcAft>
                <a:spcPts val="0"/>
              </a:spcAft>
              <a:buClr>
                <a:schemeClr val="accent6"/>
              </a:buClr>
              <a:buSzPts val="2400"/>
              <a:buNone/>
              <a:defRPr sz="2400">
                <a:solidFill>
                  <a:schemeClr val="accent6"/>
                </a:solidFill>
              </a:defRPr>
            </a:lvl5pPr>
            <a:lvl6pPr lvl="5">
              <a:lnSpc>
                <a:spcPct val="100000"/>
              </a:lnSpc>
              <a:spcBef>
                <a:spcPts val="1000"/>
              </a:spcBef>
              <a:spcAft>
                <a:spcPts val="0"/>
              </a:spcAft>
              <a:buClr>
                <a:schemeClr val="accent6"/>
              </a:buClr>
              <a:buSzPts val="2400"/>
              <a:buNone/>
              <a:defRPr sz="2400">
                <a:solidFill>
                  <a:schemeClr val="accent6"/>
                </a:solidFill>
              </a:defRPr>
            </a:lvl6pPr>
            <a:lvl7pPr lvl="6">
              <a:lnSpc>
                <a:spcPct val="100000"/>
              </a:lnSpc>
              <a:spcBef>
                <a:spcPts val="1000"/>
              </a:spcBef>
              <a:spcAft>
                <a:spcPts val="0"/>
              </a:spcAft>
              <a:buClr>
                <a:schemeClr val="accent6"/>
              </a:buClr>
              <a:buSzPts val="2400"/>
              <a:buNone/>
              <a:defRPr sz="2400">
                <a:solidFill>
                  <a:schemeClr val="accent6"/>
                </a:solidFill>
              </a:defRPr>
            </a:lvl7pPr>
            <a:lvl8pPr lvl="7">
              <a:lnSpc>
                <a:spcPct val="100000"/>
              </a:lnSpc>
              <a:spcBef>
                <a:spcPts val="1000"/>
              </a:spcBef>
              <a:spcAft>
                <a:spcPts val="0"/>
              </a:spcAft>
              <a:buClr>
                <a:schemeClr val="accent6"/>
              </a:buClr>
              <a:buSzPts val="2400"/>
              <a:buNone/>
              <a:defRPr sz="2400">
                <a:solidFill>
                  <a:schemeClr val="accent6"/>
                </a:solidFill>
              </a:defRPr>
            </a:lvl8pPr>
            <a:lvl9pPr lvl="8">
              <a:lnSpc>
                <a:spcPct val="100000"/>
              </a:lnSpc>
              <a:spcBef>
                <a:spcPts val="1000"/>
              </a:spcBef>
              <a:spcAft>
                <a:spcPts val="0"/>
              </a:spcAft>
              <a:buClr>
                <a:schemeClr val="accent6"/>
              </a:buClr>
              <a:buSzPts val="2400"/>
              <a:buNone/>
              <a:defRPr sz="2400">
                <a:solidFill>
                  <a:schemeClr val="accent6"/>
                </a:solidFill>
              </a:defRPr>
            </a:lvl9pPr>
          </a:lstStyle>
          <a:p/>
        </p:txBody>
      </p:sp>
      <p:sp>
        <p:nvSpPr>
          <p:cNvPr id="188" name="Google Shape;188;p3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89" name="Shape 189"/>
        <p:cNvGrpSpPr/>
        <p:nvPr/>
      </p:nvGrpSpPr>
      <p:grpSpPr>
        <a:xfrm>
          <a:off x="0" y="0"/>
          <a:ext cx="0" cy="0"/>
          <a:chOff x="0" y="0"/>
          <a:chExt cx="0" cy="0"/>
        </a:xfrm>
      </p:grpSpPr>
      <p:sp>
        <p:nvSpPr>
          <p:cNvPr id="190" name="Google Shape;190;p32"/>
          <p:cNvSpPr/>
          <p:nvPr/>
        </p:nvSpPr>
        <p:spPr>
          <a:xfrm>
            <a:off x="586721" y="5076900"/>
            <a:ext cx="7970700" cy="66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32"/>
          <p:cNvSpPr/>
          <p:nvPr/>
        </p:nvSpPr>
        <p:spPr>
          <a:xfrm>
            <a:off x="586721" y="0"/>
            <a:ext cx="7970700" cy="6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32"/>
          <p:cNvSpPr txBox="1"/>
          <p:nvPr>
            <p:ph type="title"/>
          </p:nvPr>
        </p:nvSpPr>
        <p:spPr>
          <a:xfrm>
            <a:off x="509550" y="1921350"/>
            <a:ext cx="8124900" cy="1300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3" name="Google Shape;193;p3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4" name="Shape 194"/>
        <p:cNvGrpSpPr/>
        <p:nvPr/>
      </p:nvGrpSpPr>
      <p:grpSpPr>
        <a:xfrm>
          <a:off x="0" y="0"/>
          <a:ext cx="0" cy="0"/>
          <a:chOff x="0" y="0"/>
          <a:chExt cx="0" cy="0"/>
        </a:xfrm>
      </p:grpSpPr>
      <p:sp>
        <p:nvSpPr>
          <p:cNvPr id="195" name="Google Shape;195;p33"/>
          <p:cNvSpPr/>
          <p:nvPr/>
        </p:nvSpPr>
        <p:spPr>
          <a:xfrm>
            <a:off x="-125" y="5045700"/>
            <a:ext cx="9144000" cy="978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6" name="Google Shape;196;p33"/>
          <p:cNvCxnSpPr/>
          <p:nvPr/>
        </p:nvCxnSpPr>
        <p:spPr>
          <a:xfrm>
            <a:off x="419425" y="1154195"/>
            <a:ext cx="385200" cy="0"/>
          </a:xfrm>
          <a:prstGeom prst="straightConnector1">
            <a:avLst/>
          </a:prstGeom>
          <a:noFill/>
          <a:ln cap="flat" cmpd="sng" w="28575">
            <a:solidFill>
              <a:schemeClr val="dk1"/>
            </a:solidFill>
            <a:prstDash val="solid"/>
            <a:round/>
            <a:headEnd len="sm" w="sm" type="none"/>
            <a:tailEnd len="sm" w="sm" type="none"/>
          </a:ln>
        </p:spPr>
      </p:cxnSp>
      <p:sp>
        <p:nvSpPr>
          <p:cNvPr id="197" name="Google Shape;197;p33"/>
          <p:cNvSpPr txBox="1"/>
          <p:nvPr>
            <p:ph type="title"/>
          </p:nvPr>
        </p:nvSpPr>
        <p:spPr>
          <a:xfrm>
            <a:off x="311700" y="372725"/>
            <a:ext cx="8520600" cy="6450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198" name="Google Shape;198;p33"/>
          <p:cNvSpPr txBox="1"/>
          <p:nvPr>
            <p:ph idx="1" type="body"/>
          </p:nvPr>
        </p:nvSpPr>
        <p:spPr>
          <a:xfrm>
            <a:off x="311700" y="1417800"/>
            <a:ext cx="8520600" cy="31509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9" name="Google Shape;199;p3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0" name="Shape 200"/>
        <p:cNvGrpSpPr/>
        <p:nvPr/>
      </p:nvGrpSpPr>
      <p:grpSpPr>
        <a:xfrm>
          <a:off x="0" y="0"/>
          <a:ext cx="0" cy="0"/>
          <a:chOff x="0" y="0"/>
          <a:chExt cx="0" cy="0"/>
        </a:xfrm>
      </p:grpSpPr>
      <p:cxnSp>
        <p:nvCxnSpPr>
          <p:cNvPr id="201" name="Google Shape;201;p34"/>
          <p:cNvCxnSpPr/>
          <p:nvPr/>
        </p:nvCxnSpPr>
        <p:spPr>
          <a:xfrm>
            <a:off x="419425" y="1154195"/>
            <a:ext cx="385200" cy="0"/>
          </a:xfrm>
          <a:prstGeom prst="straightConnector1">
            <a:avLst/>
          </a:prstGeom>
          <a:noFill/>
          <a:ln cap="flat" cmpd="sng" w="28575">
            <a:solidFill>
              <a:schemeClr val="dk1"/>
            </a:solidFill>
            <a:prstDash val="solid"/>
            <a:round/>
            <a:headEnd len="sm" w="sm" type="none"/>
            <a:tailEnd len="sm" w="sm" type="none"/>
          </a:ln>
        </p:spPr>
      </p:cxnSp>
      <p:sp>
        <p:nvSpPr>
          <p:cNvPr id="202" name="Google Shape;202;p34"/>
          <p:cNvSpPr txBox="1"/>
          <p:nvPr>
            <p:ph type="title"/>
          </p:nvPr>
        </p:nvSpPr>
        <p:spPr>
          <a:xfrm>
            <a:off x="311700" y="372725"/>
            <a:ext cx="8520600" cy="6450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03" name="Google Shape;203;p34"/>
          <p:cNvSpPr txBox="1"/>
          <p:nvPr>
            <p:ph idx="1" type="body"/>
          </p:nvPr>
        </p:nvSpPr>
        <p:spPr>
          <a:xfrm>
            <a:off x="311700" y="1417950"/>
            <a:ext cx="3999900" cy="31509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04" name="Google Shape;204;p34"/>
          <p:cNvSpPr txBox="1"/>
          <p:nvPr>
            <p:ph idx="2" type="body"/>
          </p:nvPr>
        </p:nvSpPr>
        <p:spPr>
          <a:xfrm>
            <a:off x="4832400" y="1417950"/>
            <a:ext cx="3999900" cy="31509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05" name="Google Shape;205;p3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06" name="Shape 206"/>
        <p:cNvGrpSpPr/>
        <p:nvPr/>
      </p:nvGrpSpPr>
      <p:grpSpPr>
        <a:xfrm>
          <a:off x="0" y="0"/>
          <a:ext cx="0" cy="0"/>
          <a:chOff x="0" y="0"/>
          <a:chExt cx="0" cy="0"/>
        </a:xfrm>
      </p:grpSpPr>
      <p:sp>
        <p:nvSpPr>
          <p:cNvPr id="207" name="Google Shape;207;p35"/>
          <p:cNvSpPr txBox="1"/>
          <p:nvPr>
            <p:ph type="title"/>
          </p:nvPr>
        </p:nvSpPr>
        <p:spPr>
          <a:xfrm>
            <a:off x="311700" y="372725"/>
            <a:ext cx="8520600" cy="6450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08" name="Google Shape;208;p3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09" name="Shape 209"/>
        <p:cNvGrpSpPr/>
        <p:nvPr/>
      </p:nvGrpSpPr>
      <p:grpSpPr>
        <a:xfrm>
          <a:off x="0" y="0"/>
          <a:ext cx="0" cy="0"/>
          <a:chOff x="0" y="0"/>
          <a:chExt cx="0" cy="0"/>
        </a:xfrm>
      </p:grpSpPr>
      <p:cxnSp>
        <p:nvCxnSpPr>
          <p:cNvPr id="210" name="Google Shape;210;p36"/>
          <p:cNvCxnSpPr/>
          <p:nvPr/>
        </p:nvCxnSpPr>
        <p:spPr>
          <a:xfrm>
            <a:off x="411044" y="1417772"/>
            <a:ext cx="385200" cy="0"/>
          </a:xfrm>
          <a:prstGeom prst="straightConnector1">
            <a:avLst/>
          </a:prstGeom>
          <a:noFill/>
          <a:ln cap="flat" cmpd="sng" w="28575">
            <a:solidFill>
              <a:schemeClr val="dk1"/>
            </a:solidFill>
            <a:prstDash val="solid"/>
            <a:round/>
            <a:headEnd len="sm" w="sm" type="none"/>
            <a:tailEnd len="sm" w="sm" type="none"/>
          </a:ln>
        </p:spPr>
      </p:cxnSp>
      <p:sp>
        <p:nvSpPr>
          <p:cNvPr id="211" name="Google Shape;211;p36"/>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12" name="Google Shape;212;p36"/>
          <p:cNvSpPr txBox="1"/>
          <p:nvPr>
            <p:ph idx="1" type="body"/>
          </p:nvPr>
        </p:nvSpPr>
        <p:spPr>
          <a:xfrm>
            <a:off x="311700" y="1640350"/>
            <a:ext cx="2808000" cy="2928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13" name="Google Shape;213;p3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14" name="Shape 214"/>
        <p:cNvGrpSpPr/>
        <p:nvPr/>
      </p:nvGrpSpPr>
      <p:grpSpPr>
        <a:xfrm>
          <a:off x="0" y="0"/>
          <a:ext cx="0" cy="0"/>
          <a:chOff x="0" y="0"/>
          <a:chExt cx="0" cy="0"/>
        </a:xfrm>
      </p:grpSpPr>
      <p:sp>
        <p:nvSpPr>
          <p:cNvPr id="215" name="Google Shape;215;p37"/>
          <p:cNvSpPr/>
          <p:nvPr/>
        </p:nvSpPr>
        <p:spPr>
          <a:xfrm>
            <a:off x="586721" y="0"/>
            <a:ext cx="7970700" cy="6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37"/>
          <p:cNvSpPr/>
          <p:nvPr/>
        </p:nvSpPr>
        <p:spPr>
          <a:xfrm>
            <a:off x="586721" y="5076900"/>
            <a:ext cx="7970700" cy="66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37"/>
          <p:cNvSpPr txBox="1"/>
          <p:nvPr>
            <p:ph type="title"/>
          </p:nvPr>
        </p:nvSpPr>
        <p:spPr>
          <a:xfrm>
            <a:off x="490250" y="526350"/>
            <a:ext cx="56187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218" name="Google Shape;218;p3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19" name="Shape 219"/>
        <p:cNvGrpSpPr/>
        <p:nvPr/>
      </p:nvGrpSpPr>
      <p:grpSpPr>
        <a:xfrm>
          <a:off x="0" y="0"/>
          <a:ext cx="0" cy="0"/>
          <a:chOff x="0" y="0"/>
          <a:chExt cx="0" cy="0"/>
        </a:xfrm>
      </p:grpSpPr>
      <p:sp>
        <p:nvSpPr>
          <p:cNvPr id="220" name="Google Shape;220;p38"/>
          <p:cNvSpPr/>
          <p:nvPr/>
        </p:nvSpPr>
        <p:spPr>
          <a:xfrm>
            <a:off x="4572000" y="-10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21" name="Google Shape;221;p38"/>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222" name="Google Shape;222;p38"/>
          <p:cNvSpPr txBox="1"/>
          <p:nvPr>
            <p:ph type="title"/>
          </p:nvPr>
        </p:nvSpPr>
        <p:spPr>
          <a:xfrm>
            <a:off x="265500" y="1084625"/>
            <a:ext cx="4045200" cy="17070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23" name="Google Shape;223;p38"/>
          <p:cNvSpPr txBox="1"/>
          <p:nvPr>
            <p:ph idx="1" type="subTitle"/>
          </p:nvPr>
        </p:nvSpPr>
        <p:spPr>
          <a:xfrm>
            <a:off x="265500" y="2845200"/>
            <a:ext cx="4045200" cy="1421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accent6"/>
              </a:buClr>
              <a:buSzPts val="2100"/>
              <a:buNone/>
              <a:defRPr sz="2100">
                <a:solidFill>
                  <a:schemeClr val="accent6"/>
                </a:solidFill>
              </a:defRPr>
            </a:lvl1pPr>
            <a:lvl2pPr lvl="1" algn="ctr">
              <a:lnSpc>
                <a:spcPct val="100000"/>
              </a:lnSpc>
              <a:spcBef>
                <a:spcPts val="0"/>
              </a:spcBef>
              <a:spcAft>
                <a:spcPts val="0"/>
              </a:spcAft>
              <a:buClr>
                <a:schemeClr val="accent6"/>
              </a:buClr>
              <a:buSzPts val="2100"/>
              <a:buNone/>
              <a:defRPr sz="2100">
                <a:solidFill>
                  <a:schemeClr val="accent6"/>
                </a:solidFill>
              </a:defRPr>
            </a:lvl2pPr>
            <a:lvl3pPr lvl="2" algn="ctr">
              <a:lnSpc>
                <a:spcPct val="100000"/>
              </a:lnSpc>
              <a:spcBef>
                <a:spcPts val="0"/>
              </a:spcBef>
              <a:spcAft>
                <a:spcPts val="0"/>
              </a:spcAft>
              <a:buClr>
                <a:schemeClr val="accent6"/>
              </a:buClr>
              <a:buSzPts val="2100"/>
              <a:buNone/>
              <a:defRPr sz="2100">
                <a:solidFill>
                  <a:schemeClr val="accent6"/>
                </a:solidFill>
              </a:defRPr>
            </a:lvl3pPr>
            <a:lvl4pPr lvl="3" algn="ctr">
              <a:lnSpc>
                <a:spcPct val="100000"/>
              </a:lnSpc>
              <a:spcBef>
                <a:spcPts val="0"/>
              </a:spcBef>
              <a:spcAft>
                <a:spcPts val="0"/>
              </a:spcAft>
              <a:buClr>
                <a:schemeClr val="accent6"/>
              </a:buClr>
              <a:buSzPts val="2100"/>
              <a:buNone/>
              <a:defRPr sz="2100">
                <a:solidFill>
                  <a:schemeClr val="accent6"/>
                </a:solidFill>
              </a:defRPr>
            </a:lvl4pPr>
            <a:lvl5pPr lvl="4" algn="ctr">
              <a:lnSpc>
                <a:spcPct val="100000"/>
              </a:lnSpc>
              <a:spcBef>
                <a:spcPts val="0"/>
              </a:spcBef>
              <a:spcAft>
                <a:spcPts val="0"/>
              </a:spcAft>
              <a:buClr>
                <a:schemeClr val="accent6"/>
              </a:buClr>
              <a:buSzPts val="2100"/>
              <a:buNone/>
              <a:defRPr sz="2100">
                <a:solidFill>
                  <a:schemeClr val="accent6"/>
                </a:solidFill>
              </a:defRPr>
            </a:lvl5pPr>
            <a:lvl6pPr lvl="5" algn="ctr">
              <a:lnSpc>
                <a:spcPct val="100000"/>
              </a:lnSpc>
              <a:spcBef>
                <a:spcPts val="0"/>
              </a:spcBef>
              <a:spcAft>
                <a:spcPts val="0"/>
              </a:spcAft>
              <a:buClr>
                <a:schemeClr val="accent6"/>
              </a:buClr>
              <a:buSzPts val="2100"/>
              <a:buNone/>
              <a:defRPr sz="2100">
                <a:solidFill>
                  <a:schemeClr val="accent6"/>
                </a:solidFill>
              </a:defRPr>
            </a:lvl6pPr>
            <a:lvl7pPr lvl="6" algn="ctr">
              <a:lnSpc>
                <a:spcPct val="100000"/>
              </a:lnSpc>
              <a:spcBef>
                <a:spcPts val="0"/>
              </a:spcBef>
              <a:spcAft>
                <a:spcPts val="0"/>
              </a:spcAft>
              <a:buClr>
                <a:schemeClr val="accent6"/>
              </a:buClr>
              <a:buSzPts val="2100"/>
              <a:buNone/>
              <a:defRPr sz="2100">
                <a:solidFill>
                  <a:schemeClr val="accent6"/>
                </a:solidFill>
              </a:defRPr>
            </a:lvl7pPr>
            <a:lvl8pPr lvl="7" algn="ctr">
              <a:lnSpc>
                <a:spcPct val="100000"/>
              </a:lnSpc>
              <a:spcBef>
                <a:spcPts val="0"/>
              </a:spcBef>
              <a:spcAft>
                <a:spcPts val="0"/>
              </a:spcAft>
              <a:buClr>
                <a:schemeClr val="accent6"/>
              </a:buClr>
              <a:buSzPts val="2100"/>
              <a:buNone/>
              <a:defRPr sz="2100">
                <a:solidFill>
                  <a:schemeClr val="accent6"/>
                </a:solidFill>
              </a:defRPr>
            </a:lvl8pPr>
            <a:lvl9pPr lvl="8" algn="ctr">
              <a:lnSpc>
                <a:spcPct val="100000"/>
              </a:lnSpc>
              <a:spcBef>
                <a:spcPts val="0"/>
              </a:spcBef>
              <a:spcAft>
                <a:spcPts val="0"/>
              </a:spcAft>
              <a:buClr>
                <a:schemeClr val="accent6"/>
              </a:buClr>
              <a:buSzPts val="2100"/>
              <a:buNone/>
              <a:defRPr sz="2100">
                <a:solidFill>
                  <a:schemeClr val="accent6"/>
                </a:solidFill>
              </a:defRPr>
            </a:lvl9pPr>
          </a:lstStyle>
          <a:p/>
        </p:txBody>
      </p:sp>
      <p:sp>
        <p:nvSpPr>
          <p:cNvPr id="224" name="Google Shape;224;p38"/>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1600"/>
              </a:spcBef>
              <a:spcAft>
                <a:spcPts val="0"/>
              </a:spcAft>
              <a:buClr>
                <a:schemeClr val="accent1"/>
              </a:buClr>
              <a:buSzPts val="1400"/>
              <a:buChar char="○"/>
              <a:defRPr>
                <a:solidFill>
                  <a:schemeClr val="accent1"/>
                </a:solidFill>
              </a:defRPr>
            </a:lvl2pPr>
            <a:lvl3pPr indent="-317500" lvl="2" marL="1371600">
              <a:spcBef>
                <a:spcPts val="1600"/>
              </a:spcBef>
              <a:spcAft>
                <a:spcPts val="0"/>
              </a:spcAft>
              <a:buClr>
                <a:schemeClr val="accent1"/>
              </a:buClr>
              <a:buSzPts val="1400"/>
              <a:buChar char="■"/>
              <a:defRPr>
                <a:solidFill>
                  <a:schemeClr val="accent1"/>
                </a:solidFill>
              </a:defRPr>
            </a:lvl3pPr>
            <a:lvl4pPr indent="-317500" lvl="3" marL="1828800">
              <a:spcBef>
                <a:spcPts val="1600"/>
              </a:spcBef>
              <a:spcAft>
                <a:spcPts val="0"/>
              </a:spcAft>
              <a:buClr>
                <a:schemeClr val="accent1"/>
              </a:buClr>
              <a:buSzPts val="1400"/>
              <a:buChar char="●"/>
              <a:defRPr>
                <a:solidFill>
                  <a:schemeClr val="accent1"/>
                </a:solidFill>
              </a:defRPr>
            </a:lvl4pPr>
            <a:lvl5pPr indent="-317500" lvl="4" marL="2286000">
              <a:spcBef>
                <a:spcPts val="1600"/>
              </a:spcBef>
              <a:spcAft>
                <a:spcPts val="0"/>
              </a:spcAft>
              <a:buClr>
                <a:schemeClr val="accent1"/>
              </a:buClr>
              <a:buSzPts val="1400"/>
              <a:buChar char="○"/>
              <a:defRPr>
                <a:solidFill>
                  <a:schemeClr val="accent1"/>
                </a:solidFill>
              </a:defRPr>
            </a:lvl5pPr>
            <a:lvl6pPr indent="-317500" lvl="5" marL="2743200">
              <a:spcBef>
                <a:spcPts val="1600"/>
              </a:spcBef>
              <a:spcAft>
                <a:spcPts val="0"/>
              </a:spcAft>
              <a:buClr>
                <a:schemeClr val="accent1"/>
              </a:buClr>
              <a:buSzPts val="1400"/>
              <a:buChar char="■"/>
              <a:defRPr>
                <a:solidFill>
                  <a:schemeClr val="accent1"/>
                </a:solidFill>
              </a:defRPr>
            </a:lvl6pPr>
            <a:lvl7pPr indent="-317500" lvl="6" marL="3200400">
              <a:spcBef>
                <a:spcPts val="1600"/>
              </a:spcBef>
              <a:spcAft>
                <a:spcPts val="0"/>
              </a:spcAft>
              <a:buClr>
                <a:schemeClr val="accent1"/>
              </a:buClr>
              <a:buSzPts val="1400"/>
              <a:buChar char="●"/>
              <a:defRPr>
                <a:solidFill>
                  <a:schemeClr val="accent1"/>
                </a:solidFill>
              </a:defRPr>
            </a:lvl7pPr>
            <a:lvl8pPr indent="-317500" lvl="7" marL="3657600">
              <a:spcBef>
                <a:spcPts val="1600"/>
              </a:spcBef>
              <a:spcAft>
                <a:spcPts val="0"/>
              </a:spcAft>
              <a:buClr>
                <a:schemeClr val="accent1"/>
              </a:buClr>
              <a:buSzPts val="1400"/>
              <a:buChar char="○"/>
              <a:defRPr>
                <a:solidFill>
                  <a:schemeClr val="accent1"/>
                </a:solidFill>
              </a:defRPr>
            </a:lvl8pPr>
            <a:lvl9pPr indent="-317500" lvl="8" marL="4114800">
              <a:spcBef>
                <a:spcPts val="1600"/>
              </a:spcBef>
              <a:spcAft>
                <a:spcPts val="1600"/>
              </a:spcAft>
              <a:buClr>
                <a:schemeClr val="accent1"/>
              </a:buClr>
              <a:buSzPts val="1400"/>
              <a:buChar char="■"/>
              <a:defRPr>
                <a:solidFill>
                  <a:schemeClr val="accent1"/>
                </a:solidFill>
              </a:defRPr>
            </a:lvl9pPr>
          </a:lstStyle>
          <a:p/>
        </p:txBody>
      </p:sp>
      <p:sp>
        <p:nvSpPr>
          <p:cNvPr id="225" name="Google Shape;225;p3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26" name="Shape 226"/>
        <p:cNvGrpSpPr/>
        <p:nvPr/>
      </p:nvGrpSpPr>
      <p:grpSpPr>
        <a:xfrm>
          <a:off x="0" y="0"/>
          <a:ext cx="0" cy="0"/>
          <a:chOff x="0" y="0"/>
          <a:chExt cx="0" cy="0"/>
        </a:xfrm>
      </p:grpSpPr>
      <p:sp>
        <p:nvSpPr>
          <p:cNvPr id="227" name="Google Shape;227;p39"/>
          <p:cNvSpPr txBox="1"/>
          <p:nvPr>
            <p:ph idx="1" type="body"/>
          </p:nvPr>
        </p:nvSpPr>
        <p:spPr>
          <a:xfrm>
            <a:off x="319500" y="4230575"/>
            <a:ext cx="5998800" cy="598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228" name="Google Shape;228;p3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29" name="Shape 229"/>
        <p:cNvGrpSpPr/>
        <p:nvPr/>
      </p:nvGrpSpPr>
      <p:grpSpPr>
        <a:xfrm>
          <a:off x="0" y="0"/>
          <a:ext cx="0" cy="0"/>
          <a:chOff x="0" y="0"/>
          <a:chExt cx="0" cy="0"/>
        </a:xfrm>
      </p:grpSpPr>
      <p:sp>
        <p:nvSpPr>
          <p:cNvPr id="230" name="Google Shape;230;p40"/>
          <p:cNvSpPr/>
          <p:nvPr/>
        </p:nvSpPr>
        <p:spPr>
          <a:xfrm>
            <a:off x="586721" y="0"/>
            <a:ext cx="7970700" cy="6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40"/>
          <p:cNvSpPr/>
          <p:nvPr/>
        </p:nvSpPr>
        <p:spPr>
          <a:xfrm>
            <a:off x="586721" y="5076900"/>
            <a:ext cx="7970700" cy="66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40"/>
          <p:cNvSpPr txBox="1"/>
          <p:nvPr>
            <p:ph hasCustomPrompt="1" type="title"/>
          </p:nvPr>
        </p:nvSpPr>
        <p:spPr>
          <a:xfrm>
            <a:off x="586725" y="1353788"/>
            <a:ext cx="7970700" cy="1538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6"/>
              </a:buClr>
              <a:buSzPts val="10800"/>
              <a:buNone/>
              <a:defRPr sz="10800">
                <a:solidFill>
                  <a:schemeClr val="accent6"/>
                </a:solidFill>
              </a:defRPr>
            </a:lvl1pPr>
            <a:lvl2pPr lvl="1" algn="ctr">
              <a:spcBef>
                <a:spcPts val="0"/>
              </a:spcBef>
              <a:spcAft>
                <a:spcPts val="0"/>
              </a:spcAft>
              <a:buClr>
                <a:schemeClr val="accent6"/>
              </a:buClr>
              <a:buSzPts val="10800"/>
              <a:buNone/>
              <a:defRPr sz="10800">
                <a:solidFill>
                  <a:schemeClr val="accent6"/>
                </a:solidFill>
              </a:defRPr>
            </a:lvl2pPr>
            <a:lvl3pPr lvl="2" algn="ctr">
              <a:spcBef>
                <a:spcPts val="0"/>
              </a:spcBef>
              <a:spcAft>
                <a:spcPts val="0"/>
              </a:spcAft>
              <a:buClr>
                <a:schemeClr val="accent6"/>
              </a:buClr>
              <a:buSzPts val="10800"/>
              <a:buNone/>
              <a:defRPr sz="10800">
                <a:solidFill>
                  <a:schemeClr val="accent6"/>
                </a:solidFill>
              </a:defRPr>
            </a:lvl3pPr>
            <a:lvl4pPr lvl="3" algn="ctr">
              <a:spcBef>
                <a:spcPts val="0"/>
              </a:spcBef>
              <a:spcAft>
                <a:spcPts val="0"/>
              </a:spcAft>
              <a:buClr>
                <a:schemeClr val="accent6"/>
              </a:buClr>
              <a:buSzPts val="10800"/>
              <a:buNone/>
              <a:defRPr sz="10800">
                <a:solidFill>
                  <a:schemeClr val="accent6"/>
                </a:solidFill>
              </a:defRPr>
            </a:lvl4pPr>
            <a:lvl5pPr lvl="4" algn="ctr">
              <a:spcBef>
                <a:spcPts val="0"/>
              </a:spcBef>
              <a:spcAft>
                <a:spcPts val="0"/>
              </a:spcAft>
              <a:buClr>
                <a:schemeClr val="accent6"/>
              </a:buClr>
              <a:buSzPts val="10800"/>
              <a:buNone/>
              <a:defRPr sz="10800">
                <a:solidFill>
                  <a:schemeClr val="accent6"/>
                </a:solidFill>
              </a:defRPr>
            </a:lvl5pPr>
            <a:lvl6pPr lvl="5" algn="ctr">
              <a:spcBef>
                <a:spcPts val="0"/>
              </a:spcBef>
              <a:spcAft>
                <a:spcPts val="0"/>
              </a:spcAft>
              <a:buClr>
                <a:schemeClr val="accent6"/>
              </a:buClr>
              <a:buSzPts val="10800"/>
              <a:buNone/>
              <a:defRPr sz="10800">
                <a:solidFill>
                  <a:schemeClr val="accent6"/>
                </a:solidFill>
              </a:defRPr>
            </a:lvl6pPr>
            <a:lvl7pPr lvl="6" algn="ctr">
              <a:spcBef>
                <a:spcPts val="0"/>
              </a:spcBef>
              <a:spcAft>
                <a:spcPts val="0"/>
              </a:spcAft>
              <a:buClr>
                <a:schemeClr val="accent6"/>
              </a:buClr>
              <a:buSzPts val="10800"/>
              <a:buNone/>
              <a:defRPr sz="10800">
                <a:solidFill>
                  <a:schemeClr val="accent6"/>
                </a:solidFill>
              </a:defRPr>
            </a:lvl7pPr>
            <a:lvl8pPr lvl="7" algn="ctr">
              <a:spcBef>
                <a:spcPts val="0"/>
              </a:spcBef>
              <a:spcAft>
                <a:spcPts val="0"/>
              </a:spcAft>
              <a:buClr>
                <a:schemeClr val="accent6"/>
              </a:buClr>
              <a:buSzPts val="10800"/>
              <a:buNone/>
              <a:defRPr sz="10800">
                <a:solidFill>
                  <a:schemeClr val="accent6"/>
                </a:solidFill>
              </a:defRPr>
            </a:lvl8pPr>
            <a:lvl9pPr lvl="8" algn="ctr">
              <a:spcBef>
                <a:spcPts val="0"/>
              </a:spcBef>
              <a:spcAft>
                <a:spcPts val="0"/>
              </a:spcAft>
              <a:buClr>
                <a:schemeClr val="accent6"/>
              </a:buClr>
              <a:buSzPts val="10800"/>
              <a:buNone/>
              <a:defRPr sz="10800">
                <a:solidFill>
                  <a:schemeClr val="accent6"/>
                </a:solidFill>
              </a:defRPr>
            </a:lvl9pPr>
          </a:lstStyle>
          <a:p>
            <a:r>
              <a:t>xx%</a:t>
            </a:r>
          </a:p>
        </p:txBody>
      </p:sp>
      <p:sp>
        <p:nvSpPr>
          <p:cNvPr id="233" name="Google Shape;233;p40"/>
          <p:cNvSpPr txBox="1"/>
          <p:nvPr>
            <p:ph idx="1" type="body"/>
          </p:nvPr>
        </p:nvSpPr>
        <p:spPr>
          <a:xfrm>
            <a:off x="586725" y="2968388"/>
            <a:ext cx="7970700" cy="10716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234" name="Google Shape;234;p4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35" name="Shape 235"/>
        <p:cNvGrpSpPr/>
        <p:nvPr/>
      </p:nvGrpSpPr>
      <p:grpSpPr>
        <a:xfrm>
          <a:off x="0" y="0"/>
          <a:ext cx="0" cy="0"/>
          <a:chOff x="0" y="0"/>
          <a:chExt cx="0" cy="0"/>
        </a:xfrm>
      </p:grpSpPr>
      <p:sp>
        <p:nvSpPr>
          <p:cNvPr id="236" name="Google Shape;236;p4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7" name="Shape 237"/>
        <p:cNvGrpSpPr/>
        <p:nvPr/>
      </p:nvGrpSpPr>
      <p:grpSpPr>
        <a:xfrm>
          <a:off x="0" y="0"/>
          <a:ext cx="0" cy="0"/>
          <a:chOff x="0" y="0"/>
          <a:chExt cx="0" cy="0"/>
        </a:xfrm>
      </p:grpSpPr>
      <p:sp>
        <p:nvSpPr>
          <p:cNvPr id="238" name="Google Shape;238;p42"/>
          <p:cNvSpPr/>
          <p:nvPr/>
        </p:nvSpPr>
        <p:spPr>
          <a:xfrm>
            <a:off x="284164" y="341830"/>
            <a:ext cx="8574000" cy="850500"/>
          </a:xfrm>
          <a:prstGeom prst="rect">
            <a:avLst/>
          </a:prstGeom>
          <a:solidFill>
            <a:srgbClr val="262626">
              <a:alpha val="698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nvGrpSpPr>
          <p:cNvPr id="239" name="Google Shape;239;p42"/>
          <p:cNvGrpSpPr/>
          <p:nvPr/>
        </p:nvGrpSpPr>
        <p:grpSpPr>
          <a:xfrm>
            <a:off x="284164" y="1183387"/>
            <a:ext cx="8576301" cy="103050"/>
            <a:chOff x="284163" y="1577847"/>
            <a:chExt cx="8576301" cy="137400"/>
          </a:xfrm>
        </p:grpSpPr>
        <p:sp>
          <p:nvSpPr>
            <p:cNvPr id="240" name="Google Shape;240;p42"/>
            <p:cNvSpPr/>
            <p:nvPr/>
          </p:nvSpPr>
          <p:spPr>
            <a:xfrm>
              <a:off x="284163" y="1577847"/>
              <a:ext cx="1600200" cy="137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1" name="Google Shape;241;p42"/>
            <p:cNvSpPr/>
            <p:nvPr/>
          </p:nvSpPr>
          <p:spPr>
            <a:xfrm>
              <a:off x="1885174" y="1577847"/>
              <a:ext cx="2743200" cy="1374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2" name="Google Shape;242;p42"/>
            <p:cNvSpPr/>
            <p:nvPr/>
          </p:nvSpPr>
          <p:spPr>
            <a:xfrm>
              <a:off x="4626864" y="1577847"/>
              <a:ext cx="4233600" cy="1374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43" name="Google Shape;243;p42"/>
          <p:cNvSpPr txBox="1"/>
          <p:nvPr>
            <p:ph type="title"/>
          </p:nvPr>
        </p:nvSpPr>
        <p:spPr>
          <a:xfrm>
            <a:off x="284164" y="472787"/>
            <a:ext cx="8574000" cy="725700"/>
          </a:xfrm>
          <a:prstGeom prst="rect">
            <a:avLst/>
          </a:prstGeom>
          <a:solidFill>
            <a:srgbClr val="262626">
              <a:alpha val="69800"/>
            </a:srgbClr>
          </a:solidFill>
          <a:ln>
            <a:noFill/>
          </a:ln>
        </p:spPr>
        <p:txBody>
          <a:bodyPr anchorCtr="0" anchor="ctr" bIns="45700" lIns="91425" spcFirstLastPara="1" rIns="91425" wrap="square" tIns="45700">
            <a:noAutofit/>
          </a:bodyPr>
          <a:lstStyle>
            <a:lvl1pPr lvl="0" algn="r">
              <a:spcBef>
                <a:spcPts val="0"/>
              </a:spcBef>
              <a:spcAft>
                <a:spcPts val="0"/>
              </a:spcAft>
              <a:buClr>
                <a:schemeClr val="lt1"/>
              </a:buClr>
              <a:buSzPts val="18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44" name="Google Shape;244;p42"/>
          <p:cNvSpPr txBox="1"/>
          <p:nvPr>
            <p:ph idx="1" type="body"/>
          </p:nvPr>
        </p:nvSpPr>
        <p:spPr>
          <a:xfrm>
            <a:off x="1781504" y="1600200"/>
            <a:ext cx="7076700" cy="2994300"/>
          </a:xfrm>
          <a:prstGeom prst="rect">
            <a:avLst/>
          </a:prstGeom>
          <a:noFill/>
          <a:ln>
            <a:noFill/>
          </a:ln>
        </p:spPr>
        <p:txBody>
          <a:bodyPr anchorCtr="0" anchor="t" bIns="45700" lIns="91425" spcFirstLastPara="1" rIns="91425" wrap="square" tIns="45700">
            <a:noAutofit/>
          </a:bodyPr>
          <a:lstStyle>
            <a:lvl1pPr indent="-331470" lvl="0" marL="457200" algn="l">
              <a:spcBef>
                <a:spcPts val="2000"/>
              </a:spcBef>
              <a:spcAft>
                <a:spcPts val="0"/>
              </a:spcAft>
              <a:buSzPts val="1620"/>
              <a:buChar char="●"/>
              <a:defRPr/>
            </a:lvl1pPr>
            <a:lvl2pPr indent="-331470" lvl="1" marL="914400" algn="l">
              <a:spcBef>
                <a:spcPts val="1600"/>
              </a:spcBef>
              <a:spcAft>
                <a:spcPts val="0"/>
              </a:spcAft>
              <a:buSzPts val="1620"/>
              <a:buChar char="○"/>
              <a:defRPr/>
            </a:lvl2pPr>
            <a:lvl3pPr indent="-331470" lvl="2" marL="1371600" algn="l">
              <a:spcBef>
                <a:spcPts val="1600"/>
              </a:spcBef>
              <a:spcAft>
                <a:spcPts val="0"/>
              </a:spcAft>
              <a:buSzPts val="1620"/>
              <a:buChar char="■"/>
              <a:defRPr/>
            </a:lvl3pPr>
            <a:lvl4pPr indent="-331470" lvl="3" marL="1828800" algn="l">
              <a:spcBef>
                <a:spcPts val="1600"/>
              </a:spcBef>
              <a:spcAft>
                <a:spcPts val="0"/>
              </a:spcAft>
              <a:buSzPts val="1620"/>
              <a:buChar char="●"/>
              <a:defRPr/>
            </a:lvl4pPr>
            <a:lvl5pPr indent="-331470" lvl="4" marL="2286000" algn="l">
              <a:spcBef>
                <a:spcPts val="1600"/>
              </a:spcBef>
              <a:spcAft>
                <a:spcPts val="0"/>
              </a:spcAft>
              <a:buSzPts val="1620"/>
              <a:buChar char="○"/>
              <a:defRPr/>
            </a:lvl5pPr>
            <a:lvl6pPr indent="-331470" lvl="5" marL="2743200" algn="l">
              <a:spcBef>
                <a:spcPts val="1600"/>
              </a:spcBef>
              <a:spcAft>
                <a:spcPts val="0"/>
              </a:spcAft>
              <a:buSzPts val="1620"/>
              <a:buChar char="■"/>
              <a:defRPr/>
            </a:lvl6pPr>
            <a:lvl7pPr indent="-331470" lvl="6" marL="3200400" algn="l">
              <a:spcBef>
                <a:spcPts val="1600"/>
              </a:spcBef>
              <a:spcAft>
                <a:spcPts val="0"/>
              </a:spcAft>
              <a:buSzPts val="1620"/>
              <a:buChar char="●"/>
              <a:defRPr/>
            </a:lvl7pPr>
            <a:lvl8pPr indent="-331470" lvl="7" marL="3657600" algn="l">
              <a:spcBef>
                <a:spcPts val="1600"/>
              </a:spcBef>
              <a:spcAft>
                <a:spcPts val="0"/>
              </a:spcAft>
              <a:buSzPts val="1620"/>
              <a:buChar char="○"/>
              <a:defRPr/>
            </a:lvl8pPr>
            <a:lvl9pPr indent="-331470" lvl="8" marL="4114800" algn="l">
              <a:spcBef>
                <a:spcPts val="1600"/>
              </a:spcBef>
              <a:spcAft>
                <a:spcPts val="1600"/>
              </a:spcAft>
              <a:buSzPts val="1620"/>
              <a:buChar char="■"/>
              <a:defRPr/>
            </a:lvl9pPr>
          </a:lstStyle>
          <a:p/>
        </p:txBody>
      </p:sp>
      <p:sp>
        <p:nvSpPr>
          <p:cNvPr id="245" name="Google Shape;245;p42"/>
          <p:cNvSpPr txBox="1"/>
          <p:nvPr>
            <p:ph idx="10" type="dt"/>
          </p:nvPr>
        </p:nvSpPr>
        <p:spPr>
          <a:xfrm>
            <a:off x="6794936" y="4827775"/>
            <a:ext cx="2133600" cy="2739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6" name="Google Shape;246;p42"/>
          <p:cNvSpPr txBox="1"/>
          <p:nvPr>
            <p:ph idx="11" type="ftr"/>
          </p:nvPr>
        </p:nvSpPr>
        <p:spPr>
          <a:xfrm>
            <a:off x="199698" y="4827775"/>
            <a:ext cx="61248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7" name="Google Shape;247;p42"/>
          <p:cNvSpPr txBox="1"/>
          <p:nvPr>
            <p:ph idx="12" type="sldNum"/>
          </p:nvPr>
        </p:nvSpPr>
        <p:spPr>
          <a:xfrm>
            <a:off x="8306460" y="125510"/>
            <a:ext cx="630600" cy="269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48" name="Shape 248"/>
        <p:cNvGrpSpPr/>
        <p:nvPr/>
      </p:nvGrpSpPr>
      <p:grpSpPr>
        <a:xfrm>
          <a:off x="0" y="0"/>
          <a:ext cx="0" cy="0"/>
          <a:chOff x="0" y="0"/>
          <a:chExt cx="0" cy="0"/>
        </a:xfrm>
      </p:grpSpPr>
      <p:sp>
        <p:nvSpPr>
          <p:cNvPr id="249" name="Google Shape;249;p43"/>
          <p:cNvSpPr/>
          <p:nvPr/>
        </p:nvSpPr>
        <p:spPr>
          <a:xfrm>
            <a:off x="284164" y="341830"/>
            <a:ext cx="8574000" cy="850500"/>
          </a:xfrm>
          <a:prstGeom prst="rect">
            <a:avLst/>
          </a:prstGeom>
          <a:solidFill>
            <a:srgbClr val="262626">
              <a:alpha val="698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nvGrpSpPr>
          <p:cNvPr id="250" name="Google Shape;250;p43"/>
          <p:cNvGrpSpPr/>
          <p:nvPr/>
        </p:nvGrpSpPr>
        <p:grpSpPr>
          <a:xfrm>
            <a:off x="284164" y="1183387"/>
            <a:ext cx="8576301" cy="103050"/>
            <a:chOff x="284163" y="1577847"/>
            <a:chExt cx="8576301" cy="137400"/>
          </a:xfrm>
        </p:grpSpPr>
        <p:sp>
          <p:nvSpPr>
            <p:cNvPr id="251" name="Google Shape;251;p43"/>
            <p:cNvSpPr/>
            <p:nvPr/>
          </p:nvSpPr>
          <p:spPr>
            <a:xfrm>
              <a:off x="284163" y="1577847"/>
              <a:ext cx="1600200" cy="137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2" name="Google Shape;252;p43"/>
            <p:cNvSpPr/>
            <p:nvPr/>
          </p:nvSpPr>
          <p:spPr>
            <a:xfrm>
              <a:off x="1885174" y="1577847"/>
              <a:ext cx="2743200" cy="1374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3" name="Google Shape;253;p43"/>
            <p:cNvSpPr/>
            <p:nvPr/>
          </p:nvSpPr>
          <p:spPr>
            <a:xfrm>
              <a:off x="4626864" y="1577847"/>
              <a:ext cx="4233600" cy="1374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54" name="Google Shape;254;p43"/>
          <p:cNvSpPr txBox="1"/>
          <p:nvPr>
            <p:ph type="title"/>
          </p:nvPr>
        </p:nvSpPr>
        <p:spPr>
          <a:xfrm>
            <a:off x="284164" y="472787"/>
            <a:ext cx="8574000" cy="725700"/>
          </a:xfrm>
          <a:prstGeom prst="rect">
            <a:avLst/>
          </a:prstGeom>
          <a:solidFill>
            <a:srgbClr val="262626">
              <a:alpha val="69800"/>
            </a:srgbClr>
          </a:solidFill>
          <a:ln>
            <a:noFill/>
          </a:ln>
        </p:spPr>
        <p:txBody>
          <a:bodyPr anchorCtr="0" anchor="ctr" bIns="45700" lIns="91425" spcFirstLastPara="1" rIns="91425" wrap="square" tIns="45700">
            <a:noAutofit/>
          </a:bodyPr>
          <a:lstStyle>
            <a:lvl1pPr lvl="0" algn="r">
              <a:spcBef>
                <a:spcPts val="0"/>
              </a:spcBef>
              <a:spcAft>
                <a:spcPts val="0"/>
              </a:spcAft>
              <a:buClr>
                <a:schemeClr val="lt1"/>
              </a:buClr>
              <a:buSzPts val="18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55" name="Google Shape;255;p43"/>
          <p:cNvSpPr txBox="1"/>
          <p:nvPr>
            <p:ph idx="1" type="body"/>
          </p:nvPr>
        </p:nvSpPr>
        <p:spPr>
          <a:xfrm>
            <a:off x="403412" y="1613298"/>
            <a:ext cx="3931800" cy="2981400"/>
          </a:xfrm>
          <a:prstGeom prst="rect">
            <a:avLst/>
          </a:prstGeom>
          <a:noFill/>
          <a:ln>
            <a:noFill/>
          </a:ln>
        </p:spPr>
        <p:txBody>
          <a:bodyPr anchorCtr="0" anchor="t" bIns="45700" lIns="91425" spcFirstLastPara="1" rIns="91425" wrap="square" tIns="45700">
            <a:noAutofit/>
          </a:bodyPr>
          <a:lstStyle>
            <a:lvl1pPr indent="-354330" lvl="0" marL="457200" algn="l">
              <a:spcBef>
                <a:spcPts val="2000"/>
              </a:spcBef>
              <a:spcAft>
                <a:spcPts val="0"/>
              </a:spcAft>
              <a:buSzPts val="1980"/>
              <a:buChar char="●"/>
              <a:defRPr sz="2200"/>
            </a:lvl1pPr>
            <a:lvl2pPr indent="-342900" lvl="1" marL="914400" algn="l">
              <a:spcBef>
                <a:spcPts val="1600"/>
              </a:spcBef>
              <a:spcAft>
                <a:spcPts val="0"/>
              </a:spcAft>
              <a:buSzPts val="1800"/>
              <a:buChar char="○"/>
              <a:defRPr sz="2000"/>
            </a:lvl2pPr>
            <a:lvl3pPr indent="-331470" lvl="2" marL="1371600" algn="l">
              <a:spcBef>
                <a:spcPts val="1600"/>
              </a:spcBef>
              <a:spcAft>
                <a:spcPts val="0"/>
              </a:spcAft>
              <a:buSzPts val="1620"/>
              <a:buChar char="■"/>
              <a:defRPr sz="1800"/>
            </a:lvl3pPr>
            <a:lvl4pPr indent="-331470" lvl="3" marL="1828800" algn="l">
              <a:spcBef>
                <a:spcPts val="1600"/>
              </a:spcBef>
              <a:spcAft>
                <a:spcPts val="0"/>
              </a:spcAft>
              <a:buSzPts val="1620"/>
              <a:buChar char="●"/>
              <a:defRPr sz="1800"/>
            </a:lvl4pPr>
            <a:lvl5pPr indent="-331470" lvl="4" marL="2286000" algn="l">
              <a:spcBef>
                <a:spcPts val="1600"/>
              </a:spcBef>
              <a:spcAft>
                <a:spcPts val="0"/>
              </a:spcAft>
              <a:buSzPts val="1620"/>
              <a:buChar char="○"/>
              <a:defRPr sz="1800"/>
            </a:lvl5pPr>
            <a:lvl6pPr indent="-331470" lvl="5" marL="2743200" algn="l">
              <a:spcBef>
                <a:spcPts val="1600"/>
              </a:spcBef>
              <a:spcAft>
                <a:spcPts val="0"/>
              </a:spcAft>
              <a:buSzPts val="1620"/>
              <a:buChar char="■"/>
              <a:defRPr sz="1800"/>
            </a:lvl6pPr>
            <a:lvl7pPr indent="-331470" lvl="6" marL="3200400" algn="l">
              <a:spcBef>
                <a:spcPts val="1600"/>
              </a:spcBef>
              <a:spcAft>
                <a:spcPts val="0"/>
              </a:spcAft>
              <a:buSzPts val="1620"/>
              <a:buChar char="●"/>
              <a:defRPr sz="1800"/>
            </a:lvl7pPr>
            <a:lvl8pPr indent="-331470" lvl="7" marL="3657600" algn="l">
              <a:spcBef>
                <a:spcPts val="1600"/>
              </a:spcBef>
              <a:spcAft>
                <a:spcPts val="0"/>
              </a:spcAft>
              <a:buSzPts val="1620"/>
              <a:buChar char="○"/>
              <a:defRPr sz="1800"/>
            </a:lvl8pPr>
            <a:lvl9pPr indent="-331470" lvl="8" marL="4114800" algn="l">
              <a:spcBef>
                <a:spcPts val="1600"/>
              </a:spcBef>
              <a:spcAft>
                <a:spcPts val="1600"/>
              </a:spcAft>
              <a:buSzPts val="1620"/>
              <a:buChar char="■"/>
              <a:defRPr sz="1800"/>
            </a:lvl9pPr>
          </a:lstStyle>
          <a:p/>
        </p:txBody>
      </p:sp>
      <p:sp>
        <p:nvSpPr>
          <p:cNvPr id="256" name="Google Shape;256;p43"/>
          <p:cNvSpPr txBox="1"/>
          <p:nvPr>
            <p:ph idx="2" type="body"/>
          </p:nvPr>
        </p:nvSpPr>
        <p:spPr>
          <a:xfrm>
            <a:off x="4778188" y="1613298"/>
            <a:ext cx="3931800" cy="2981400"/>
          </a:xfrm>
          <a:prstGeom prst="rect">
            <a:avLst/>
          </a:prstGeom>
          <a:noFill/>
          <a:ln>
            <a:noFill/>
          </a:ln>
        </p:spPr>
        <p:txBody>
          <a:bodyPr anchorCtr="0" anchor="t" bIns="45700" lIns="91425" spcFirstLastPara="1" rIns="91425" wrap="square" tIns="45700">
            <a:noAutofit/>
          </a:bodyPr>
          <a:lstStyle>
            <a:lvl1pPr indent="-354330" lvl="0" marL="457200" algn="l">
              <a:spcBef>
                <a:spcPts val="2000"/>
              </a:spcBef>
              <a:spcAft>
                <a:spcPts val="0"/>
              </a:spcAft>
              <a:buSzPts val="1980"/>
              <a:buChar char="●"/>
              <a:defRPr sz="2200"/>
            </a:lvl1pPr>
            <a:lvl2pPr indent="-342900" lvl="1" marL="914400" algn="l">
              <a:spcBef>
                <a:spcPts val="1600"/>
              </a:spcBef>
              <a:spcAft>
                <a:spcPts val="0"/>
              </a:spcAft>
              <a:buSzPts val="1800"/>
              <a:buChar char="○"/>
              <a:defRPr sz="2000"/>
            </a:lvl2pPr>
            <a:lvl3pPr indent="-331470" lvl="2" marL="1371600" algn="l">
              <a:spcBef>
                <a:spcPts val="1600"/>
              </a:spcBef>
              <a:spcAft>
                <a:spcPts val="0"/>
              </a:spcAft>
              <a:buSzPts val="1620"/>
              <a:buChar char="■"/>
              <a:defRPr sz="1800"/>
            </a:lvl3pPr>
            <a:lvl4pPr indent="-331470" lvl="3" marL="1828800" algn="l">
              <a:spcBef>
                <a:spcPts val="1600"/>
              </a:spcBef>
              <a:spcAft>
                <a:spcPts val="0"/>
              </a:spcAft>
              <a:buSzPts val="1620"/>
              <a:buChar char="●"/>
              <a:defRPr sz="1800"/>
            </a:lvl4pPr>
            <a:lvl5pPr indent="-331470" lvl="4" marL="2286000" algn="l">
              <a:spcBef>
                <a:spcPts val="1600"/>
              </a:spcBef>
              <a:spcAft>
                <a:spcPts val="0"/>
              </a:spcAft>
              <a:buSzPts val="1620"/>
              <a:buChar char="○"/>
              <a:defRPr sz="1800"/>
            </a:lvl5pPr>
            <a:lvl6pPr indent="-331470" lvl="5" marL="2743200" algn="l">
              <a:spcBef>
                <a:spcPts val="1600"/>
              </a:spcBef>
              <a:spcAft>
                <a:spcPts val="0"/>
              </a:spcAft>
              <a:buSzPts val="1620"/>
              <a:buChar char="■"/>
              <a:defRPr sz="1800"/>
            </a:lvl6pPr>
            <a:lvl7pPr indent="-331470" lvl="6" marL="3200400" algn="l">
              <a:spcBef>
                <a:spcPts val="1600"/>
              </a:spcBef>
              <a:spcAft>
                <a:spcPts val="0"/>
              </a:spcAft>
              <a:buSzPts val="1620"/>
              <a:buChar char="●"/>
              <a:defRPr sz="1800"/>
            </a:lvl7pPr>
            <a:lvl8pPr indent="-331470" lvl="7" marL="3657600" algn="l">
              <a:spcBef>
                <a:spcPts val="1600"/>
              </a:spcBef>
              <a:spcAft>
                <a:spcPts val="0"/>
              </a:spcAft>
              <a:buSzPts val="1620"/>
              <a:buChar char="○"/>
              <a:defRPr sz="1800"/>
            </a:lvl8pPr>
            <a:lvl9pPr indent="-331470" lvl="8" marL="4114800" algn="l">
              <a:spcBef>
                <a:spcPts val="1600"/>
              </a:spcBef>
              <a:spcAft>
                <a:spcPts val="1600"/>
              </a:spcAft>
              <a:buSzPts val="1620"/>
              <a:buChar char="■"/>
              <a:defRPr sz="1800"/>
            </a:lvl9pPr>
          </a:lstStyle>
          <a:p/>
        </p:txBody>
      </p:sp>
      <p:sp>
        <p:nvSpPr>
          <p:cNvPr id="257" name="Google Shape;257;p43"/>
          <p:cNvSpPr txBox="1"/>
          <p:nvPr>
            <p:ph idx="10" type="dt"/>
          </p:nvPr>
        </p:nvSpPr>
        <p:spPr>
          <a:xfrm>
            <a:off x="6794936" y="4827775"/>
            <a:ext cx="2133600" cy="2739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8" name="Google Shape;258;p43"/>
          <p:cNvSpPr txBox="1"/>
          <p:nvPr>
            <p:ph idx="11" type="ftr"/>
          </p:nvPr>
        </p:nvSpPr>
        <p:spPr>
          <a:xfrm>
            <a:off x="199698" y="4827775"/>
            <a:ext cx="61248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9" name="Google Shape;259;p43"/>
          <p:cNvSpPr txBox="1"/>
          <p:nvPr>
            <p:ph idx="12" type="sldNum"/>
          </p:nvPr>
        </p:nvSpPr>
        <p:spPr>
          <a:xfrm>
            <a:off x="8306460" y="125510"/>
            <a:ext cx="630600" cy="269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4.xml"/><Relationship Id="rId10" Type="http://schemas.openxmlformats.org/officeDocument/2006/relationships/slideLayout" Target="../slideLayouts/slideLayout23.xml"/><Relationship Id="rId13" Type="http://schemas.openxmlformats.org/officeDocument/2006/relationships/slideLayout" Target="../slideLayouts/slideLayout26.xml"/><Relationship Id="rId12" Type="http://schemas.openxmlformats.org/officeDocument/2006/relationships/slideLayout" Target="../slideLayouts/slideLayout25.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5" Type="http://schemas.openxmlformats.org/officeDocument/2006/relationships/theme" Target="../theme/theme2.xml"/><Relationship Id="rId14" Type="http://schemas.openxmlformats.org/officeDocument/2006/relationships/slideLayout" Target="../slideLayouts/slideLayout27.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8.xml"/><Relationship Id="rId10" Type="http://schemas.openxmlformats.org/officeDocument/2006/relationships/slideLayout" Target="../slideLayouts/slideLayout37.xml"/><Relationship Id="rId13" Type="http://schemas.openxmlformats.org/officeDocument/2006/relationships/slideLayout" Target="../slideLayouts/slideLayout40.xml"/><Relationship Id="rId12" Type="http://schemas.openxmlformats.org/officeDocument/2006/relationships/slideLayout" Target="../slideLayouts/slideLayout39.xml"/><Relationship Id="rId1" Type="http://schemas.openxmlformats.org/officeDocument/2006/relationships/slideLayout" Target="../slideLayouts/slideLayout28.xml"/><Relationship Id="rId2" Type="http://schemas.openxmlformats.org/officeDocument/2006/relationships/slideLayout" Target="../slideLayouts/slideLayout29.xml"/><Relationship Id="rId3" Type="http://schemas.openxmlformats.org/officeDocument/2006/relationships/slideLayout" Target="../slideLayouts/slideLayout30.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theme" Target="../theme/theme3.xml"/><Relationship Id="rId5" Type="http://schemas.openxmlformats.org/officeDocument/2006/relationships/slideLayout" Target="../slideLayouts/slideLayout32.xml"/><Relationship Id="rId6" Type="http://schemas.openxmlformats.org/officeDocument/2006/relationships/slideLayout" Target="../slideLayouts/slideLayout33.xml"/><Relationship Id="rId7" Type="http://schemas.openxmlformats.org/officeDocument/2006/relationships/slideLayout" Target="../slideLayouts/slideLayout34.xml"/><Relationship Id="rId8"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blue-gold">
    <p:bg>
      <p:bgPr>
        <a:solidFill>
          <a:schemeClr val="accent4"/>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72725"/>
            <a:ext cx="8520600" cy="6450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1pPr>
            <a:lvl2pPr lvl="1">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2pPr>
            <a:lvl3pPr lvl="2">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3pPr>
            <a:lvl4pPr lvl="3">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4pPr>
            <a:lvl5pPr lvl="4">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5pPr>
            <a:lvl6pPr lvl="5">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6pPr>
            <a:lvl7pPr lvl="6">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7pPr>
            <a:lvl8pPr lvl="7">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8pPr>
            <a:lvl9pPr lvl="8">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9pPr>
          </a:lstStyle>
          <a:p/>
        </p:txBody>
      </p:sp>
      <p:sp>
        <p:nvSpPr>
          <p:cNvPr id="7" name="Google Shape;7;p1"/>
          <p:cNvSpPr txBox="1"/>
          <p:nvPr>
            <p:ph idx="1" type="body"/>
          </p:nvPr>
        </p:nvSpPr>
        <p:spPr>
          <a:xfrm>
            <a:off x="311700" y="1417800"/>
            <a:ext cx="8520600" cy="31509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Lato"/>
              <a:buChar char="●"/>
              <a:defRPr sz="1800">
                <a:solidFill>
                  <a:schemeClr val="dk1"/>
                </a:solidFill>
                <a:latin typeface="Lato"/>
                <a:ea typeface="Lato"/>
                <a:cs typeface="Lato"/>
                <a:sym typeface="Lato"/>
              </a:defRPr>
            </a:lvl1pPr>
            <a:lvl2pPr indent="-317500" lvl="1" marL="914400">
              <a:lnSpc>
                <a:spcPct val="115000"/>
              </a:lnSpc>
              <a:spcBef>
                <a:spcPts val="1600"/>
              </a:spcBef>
              <a:spcAft>
                <a:spcPts val="0"/>
              </a:spcAft>
              <a:buClr>
                <a:schemeClr val="dk1"/>
              </a:buClr>
              <a:buSzPts val="1400"/>
              <a:buFont typeface="Lato"/>
              <a:buChar char="○"/>
              <a:defRPr>
                <a:solidFill>
                  <a:schemeClr val="dk1"/>
                </a:solidFill>
                <a:latin typeface="Lato"/>
                <a:ea typeface="Lato"/>
                <a:cs typeface="Lato"/>
                <a:sym typeface="Lato"/>
              </a:defRPr>
            </a:lvl2pPr>
            <a:lvl3pPr indent="-317500" lvl="2" marL="1371600">
              <a:lnSpc>
                <a:spcPct val="115000"/>
              </a:lnSpc>
              <a:spcBef>
                <a:spcPts val="1600"/>
              </a:spcBef>
              <a:spcAft>
                <a:spcPts val="0"/>
              </a:spcAft>
              <a:buClr>
                <a:schemeClr val="dk1"/>
              </a:buClr>
              <a:buSzPts val="1400"/>
              <a:buFont typeface="Lato"/>
              <a:buChar char="■"/>
              <a:defRPr>
                <a:solidFill>
                  <a:schemeClr val="dk1"/>
                </a:solidFill>
                <a:latin typeface="Lato"/>
                <a:ea typeface="Lato"/>
                <a:cs typeface="Lato"/>
                <a:sym typeface="Lato"/>
              </a:defRPr>
            </a:lvl3pPr>
            <a:lvl4pPr indent="-317500" lvl="3" marL="1828800">
              <a:lnSpc>
                <a:spcPct val="115000"/>
              </a:lnSpc>
              <a:spcBef>
                <a:spcPts val="1600"/>
              </a:spcBef>
              <a:spcAft>
                <a:spcPts val="0"/>
              </a:spcAft>
              <a:buClr>
                <a:schemeClr val="dk1"/>
              </a:buClr>
              <a:buSzPts val="1400"/>
              <a:buFont typeface="Lato"/>
              <a:buChar char="●"/>
              <a:defRPr>
                <a:solidFill>
                  <a:schemeClr val="dk1"/>
                </a:solidFill>
                <a:latin typeface="Lato"/>
                <a:ea typeface="Lato"/>
                <a:cs typeface="Lato"/>
                <a:sym typeface="Lato"/>
              </a:defRPr>
            </a:lvl4pPr>
            <a:lvl5pPr indent="-317500" lvl="4" marL="2286000">
              <a:lnSpc>
                <a:spcPct val="115000"/>
              </a:lnSpc>
              <a:spcBef>
                <a:spcPts val="1600"/>
              </a:spcBef>
              <a:spcAft>
                <a:spcPts val="0"/>
              </a:spcAft>
              <a:buClr>
                <a:schemeClr val="dk1"/>
              </a:buClr>
              <a:buSzPts val="1400"/>
              <a:buFont typeface="Lato"/>
              <a:buChar char="○"/>
              <a:defRPr>
                <a:solidFill>
                  <a:schemeClr val="dk1"/>
                </a:solidFill>
                <a:latin typeface="Lato"/>
                <a:ea typeface="Lato"/>
                <a:cs typeface="Lato"/>
                <a:sym typeface="Lato"/>
              </a:defRPr>
            </a:lvl5pPr>
            <a:lvl6pPr indent="-317500" lvl="5" marL="2743200">
              <a:lnSpc>
                <a:spcPct val="115000"/>
              </a:lnSpc>
              <a:spcBef>
                <a:spcPts val="1600"/>
              </a:spcBef>
              <a:spcAft>
                <a:spcPts val="0"/>
              </a:spcAft>
              <a:buClr>
                <a:schemeClr val="dk1"/>
              </a:buClr>
              <a:buSzPts val="1400"/>
              <a:buFont typeface="Lato"/>
              <a:buChar char="■"/>
              <a:defRPr>
                <a:solidFill>
                  <a:schemeClr val="dk1"/>
                </a:solidFill>
                <a:latin typeface="Lato"/>
                <a:ea typeface="Lato"/>
                <a:cs typeface="Lato"/>
                <a:sym typeface="Lato"/>
              </a:defRPr>
            </a:lvl6pPr>
            <a:lvl7pPr indent="-317500" lvl="6" marL="3200400">
              <a:lnSpc>
                <a:spcPct val="115000"/>
              </a:lnSpc>
              <a:spcBef>
                <a:spcPts val="1600"/>
              </a:spcBef>
              <a:spcAft>
                <a:spcPts val="0"/>
              </a:spcAft>
              <a:buClr>
                <a:schemeClr val="dk1"/>
              </a:buClr>
              <a:buSzPts val="1400"/>
              <a:buFont typeface="Lato"/>
              <a:buChar char="●"/>
              <a:defRPr>
                <a:solidFill>
                  <a:schemeClr val="dk1"/>
                </a:solidFill>
                <a:latin typeface="Lato"/>
                <a:ea typeface="Lato"/>
                <a:cs typeface="Lato"/>
                <a:sym typeface="Lato"/>
              </a:defRPr>
            </a:lvl7pPr>
            <a:lvl8pPr indent="-317500" lvl="7" marL="3657600">
              <a:lnSpc>
                <a:spcPct val="115000"/>
              </a:lnSpc>
              <a:spcBef>
                <a:spcPts val="1600"/>
              </a:spcBef>
              <a:spcAft>
                <a:spcPts val="0"/>
              </a:spcAft>
              <a:buClr>
                <a:schemeClr val="dk1"/>
              </a:buClr>
              <a:buSzPts val="1400"/>
              <a:buFont typeface="Lato"/>
              <a:buChar char="○"/>
              <a:defRPr>
                <a:solidFill>
                  <a:schemeClr val="dk1"/>
                </a:solidFill>
                <a:latin typeface="Lato"/>
                <a:ea typeface="Lato"/>
                <a:cs typeface="Lato"/>
                <a:sym typeface="Lato"/>
              </a:defRPr>
            </a:lvl8pPr>
            <a:lvl9pPr indent="-317500" lvl="8" marL="4114800">
              <a:lnSpc>
                <a:spcPct val="115000"/>
              </a:lnSpc>
              <a:spcBef>
                <a:spcPts val="1600"/>
              </a:spcBef>
              <a:spcAft>
                <a:spcPts val="1600"/>
              </a:spcAft>
              <a:buClr>
                <a:schemeClr val="dk1"/>
              </a:buClr>
              <a:buSzPts val="1400"/>
              <a:buFont typeface="Lato"/>
              <a:buChar char="■"/>
              <a:defRPr>
                <a:solidFill>
                  <a:schemeClr val="dk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1"/>
                </a:solidFill>
                <a:latin typeface="Lato"/>
                <a:ea typeface="Lato"/>
                <a:cs typeface="Lato"/>
                <a:sym typeface="Lato"/>
              </a:defRPr>
            </a:lvl1pPr>
            <a:lvl2pPr lvl="1" algn="r">
              <a:buNone/>
              <a:defRPr sz="1000">
                <a:solidFill>
                  <a:schemeClr val="dk1"/>
                </a:solidFill>
                <a:latin typeface="Lato"/>
                <a:ea typeface="Lato"/>
                <a:cs typeface="Lato"/>
                <a:sym typeface="Lato"/>
              </a:defRPr>
            </a:lvl2pPr>
            <a:lvl3pPr lvl="2" algn="r">
              <a:buNone/>
              <a:defRPr sz="1000">
                <a:solidFill>
                  <a:schemeClr val="dk1"/>
                </a:solidFill>
                <a:latin typeface="Lato"/>
                <a:ea typeface="Lato"/>
                <a:cs typeface="Lato"/>
                <a:sym typeface="Lato"/>
              </a:defRPr>
            </a:lvl3pPr>
            <a:lvl4pPr lvl="3" algn="r">
              <a:buNone/>
              <a:defRPr sz="1000">
                <a:solidFill>
                  <a:schemeClr val="dk1"/>
                </a:solidFill>
                <a:latin typeface="Lato"/>
                <a:ea typeface="Lato"/>
                <a:cs typeface="Lato"/>
                <a:sym typeface="Lato"/>
              </a:defRPr>
            </a:lvl4pPr>
            <a:lvl5pPr lvl="4" algn="r">
              <a:buNone/>
              <a:defRPr sz="1000">
                <a:solidFill>
                  <a:schemeClr val="dk1"/>
                </a:solidFill>
                <a:latin typeface="Lato"/>
                <a:ea typeface="Lato"/>
                <a:cs typeface="Lato"/>
                <a:sym typeface="Lato"/>
              </a:defRPr>
            </a:lvl5pPr>
            <a:lvl6pPr lvl="5" algn="r">
              <a:buNone/>
              <a:defRPr sz="1000">
                <a:solidFill>
                  <a:schemeClr val="dk1"/>
                </a:solidFill>
                <a:latin typeface="Lato"/>
                <a:ea typeface="Lato"/>
                <a:cs typeface="Lato"/>
                <a:sym typeface="Lato"/>
              </a:defRPr>
            </a:lvl6pPr>
            <a:lvl7pPr lvl="6" algn="r">
              <a:buNone/>
              <a:defRPr sz="1000">
                <a:solidFill>
                  <a:schemeClr val="dk1"/>
                </a:solidFill>
                <a:latin typeface="Lato"/>
                <a:ea typeface="Lato"/>
                <a:cs typeface="Lato"/>
                <a:sym typeface="Lato"/>
              </a:defRPr>
            </a:lvl7pPr>
            <a:lvl8pPr lvl="7" algn="r">
              <a:buNone/>
              <a:defRPr sz="1000">
                <a:solidFill>
                  <a:schemeClr val="dk1"/>
                </a:solidFill>
                <a:latin typeface="Lato"/>
                <a:ea typeface="Lato"/>
                <a:cs typeface="Lato"/>
                <a:sym typeface="Lato"/>
              </a:defRPr>
            </a:lvl8pPr>
            <a:lvl9pPr lvl="8" algn="r">
              <a:buNone/>
              <a:defRPr sz="1000">
                <a:solidFill>
                  <a:schemeClr val="dk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rina">
    <p:bg>
      <p:bgPr>
        <a:solidFill>
          <a:schemeClr val="lt1"/>
        </a:solidFill>
      </p:bgPr>
    </p:bg>
    <p:spTree>
      <p:nvGrpSpPr>
        <p:cNvPr id="87" name="Shape 87"/>
        <p:cNvGrpSpPr/>
        <p:nvPr/>
      </p:nvGrpSpPr>
      <p:grpSpPr>
        <a:xfrm>
          <a:off x="0" y="0"/>
          <a:ext cx="0" cy="0"/>
          <a:chOff x="0" y="0"/>
          <a:chExt cx="0" cy="0"/>
        </a:xfrm>
      </p:grpSpPr>
      <p:sp>
        <p:nvSpPr>
          <p:cNvPr id="88" name="Google Shape;88;p15"/>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1pPr>
            <a:lvl2pPr lvl="1">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2pPr>
            <a:lvl3pPr lvl="2">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3pPr>
            <a:lvl4pPr lvl="3">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4pPr>
            <a:lvl5pPr lvl="4">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5pPr>
            <a:lvl6pPr lvl="5">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6pPr>
            <a:lvl7pPr lvl="6">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7pPr>
            <a:lvl8pPr lvl="7">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8pPr>
            <a:lvl9pPr lvl="8">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9pPr>
          </a:lstStyle>
          <a:p/>
        </p:txBody>
      </p:sp>
      <p:sp>
        <p:nvSpPr>
          <p:cNvPr id="89" name="Google Shape;89;p15"/>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indent="-317500" lvl="1" marL="9144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2pPr>
            <a:lvl3pPr indent="-317500" lvl="2" marL="13716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3pPr>
            <a:lvl4pPr indent="-317500" lvl="3" marL="18288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4pPr>
            <a:lvl5pPr indent="-317500" lvl="4" marL="22860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5pPr>
            <a:lvl6pPr indent="-317500" lvl="5" marL="27432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6pPr>
            <a:lvl7pPr indent="-317500" lvl="6" marL="32004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7pPr>
            <a:lvl8pPr indent="-317500" lvl="7" marL="36576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8pPr>
            <a:lvl9pPr indent="-317500" lvl="8" marL="4114800">
              <a:lnSpc>
                <a:spcPct val="115000"/>
              </a:lnSpc>
              <a:spcBef>
                <a:spcPts val="1600"/>
              </a:spcBef>
              <a:spcAft>
                <a:spcPts val="1600"/>
              </a:spcAft>
              <a:buClr>
                <a:schemeClr val="dk1"/>
              </a:buClr>
              <a:buSzPts val="1400"/>
              <a:buFont typeface="Roboto"/>
              <a:buChar char="■"/>
              <a:defRPr>
                <a:solidFill>
                  <a:schemeClr val="dk1"/>
                </a:solidFill>
                <a:latin typeface="Roboto"/>
                <a:ea typeface="Roboto"/>
                <a:cs typeface="Roboto"/>
                <a:sym typeface="Roboto"/>
              </a:defRPr>
            </a:lvl9pPr>
          </a:lstStyle>
          <a:p/>
        </p:txBody>
      </p:sp>
      <p:sp>
        <p:nvSpPr>
          <p:cNvPr id="90" name="Google Shape;90;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1"/>
                </a:solidFill>
                <a:latin typeface="Roboto"/>
                <a:ea typeface="Roboto"/>
                <a:cs typeface="Roboto"/>
                <a:sym typeface="Roboto"/>
              </a:defRPr>
            </a:lvl1pPr>
            <a:lvl2pPr lvl="1" algn="r">
              <a:buNone/>
              <a:defRPr sz="1000">
                <a:solidFill>
                  <a:schemeClr val="dk1"/>
                </a:solidFill>
                <a:latin typeface="Roboto"/>
                <a:ea typeface="Roboto"/>
                <a:cs typeface="Roboto"/>
                <a:sym typeface="Roboto"/>
              </a:defRPr>
            </a:lvl2pPr>
            <a:lvl3pPr lvl="2" algn="r">
              <a:buNone/>
              <a:defRPr sz="1000">
                <a:solidFill>
                  <a:schemeClr val="dk1"/>
                </a:solidFill>
                <a:latin typeface="Roboto"/>
                <a:ea typeface="Roboto"/>
                <a:cs typeface="Roboto"/>
                <a:sym typeface="Roboto"/>
              </a:defRPr>
            </a:lvl3pPr>
            <a:lvl4pPr lvl="3" algn="r">
              <a:buNone/>
              <a:defRPr sz="1000">
                <a:solidFill>
                  <a:schemeClr val="dk1"/>
                </a:solidFill>
                <a:latin typeface="Roboto"/>
                <a:ea typeface="Roboto"/>
                <a:cs typeface="Roboto"/>
                <a:sym typeface="Roboto"/>
              </a:defRPr>
            </a:lvl4pPr>
            <a:lvl5pPr lvl="4" algn="r">
              <a:buNone/>
              <a:defRPr sz="1000">
                <a:solidFill>
                  <a:schemeClr val="dk1"/>
                </a:solidFill>
                <a:latin typeface="Roboto"/>
                <a:ea typeface="Roboto"/>
                <a:cs typeface="Roboto"/>
                <a:sym typeface="Roboto"/>
              </a:defRPr>
            </a:lvl5pPr>
            <a:lvl6pPr lvl="5" algn="r">
              <a:buNone/>
              <a:defRPr sz="1000">
                <a:solidFill>
                  <a:schemeClr val="dk1"/>
                </a:solidFill>
                <a:latin typeface="Roboto"/>
                <a:ea typeface="Roboto"/>
                <a:cs typeface="Roboto"/>
                <a:sym typeface="Roboto"/>
              </a:defRPr>
            </a:lvl6pPr>
            <a:lvl7pPr lvl="6" algn="r">
              <a:buNone/>
              <a:defRPr sz="1000">
                <a:solidFill>
                  <a:schemeClr val="dk1"/>
                </a:solidFill>
                <a:latin typeface="Roboto"/>
                <a:ea typeface="Roboto"/>
                <a:cs typeface="Roboto"/>
                <a:sym typeface="Roboto"/>
              </a:defRPr>
            </a:lvl7pPr>
            <a:lvl8pPr lvl="7" algn="r">
              <a:buNone/>
              <a:defRPr sz="1000">
                <a:solidFill>
                  <a:schemeClr val="dk1"/>
                </a:solidFill>
                <a:latin typeface="Roboto"/>
                <a:ea typeface="Roboto"/>
                <a:cs typeface="Roboto"/>
                <a:sym typeface="Roboto"/>
              </a:defRPr>
            </a:lvl8pPr>
            <a:lvl9pPr lvl="8" algn="r">
              <a:buNone/>
              <a:defRPr sz="1000">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blue-gold">
    <p:bg>
      <p:bgPr>
        <a:solidFill>
          <a:srgbClr val="006F85"/>
        </a:solidFill>
      </p:bgPr>
    </p:bg>
    <p:spTree>
      <p:nvGrpSpPr>
        <p:cNvPr id="178" name="Shape 178"/>
        <p:cNvGrpSpPr/>
        <p:nvPr/>
      </p:nvGrpSpPr>
      <p:grpSpPr>
        <a:xfrm>
          <a:off x="0" y="0"/>
          <a:ext cx="0" cy="0"/>
          <a:chOff x="0" y="0"/>
          <a:chExt cx="0" cy="0"/>
        </a:xfrm>
      </p:grpSpPr>
      <p:sp>
        <p:nvSpPr>
          <p:cNvPr id="179" name="Google Shape;179;p30"/>
          <p:cNvSpPr txBox="1"/>
          <p:nvPr>
            <p:ph type="title"/>
          </p:nvPr>
        </p:nvSpPr>
        <p:spPr>
          <a:xfrm>
            <a:off x="311700" y="372725"/>
            <a:ext cx="8520600" cy="6450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1pPr>
            <a:lvl2pPr lvl="1">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2pPr>
            <a:lvl3pPr lvl="2">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3pPr>
            <a:lvl4pPr lvl="3">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4pPr>
            <a:lvl5pPr lvl="4">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5pPr>
            <a:lvl6pPr lvl="5">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6pPr>
            <a:lvl7pPr lvl="6">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7pPr>
            <a:lvl8pPr lvl="7">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8pPr>
            <a:lvl9pPr lvl="8">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9pPr>
          </a:lstStyle>
          <a:p/>
        </p:txBody>
      </p:sp>
      <p:sp>
        <p:nvSpPr>
          <p:cNvPr id="180" name="Google Shape;180;p30"/>
          <p:cNvSpPr txBox="1"/>
          <p:nvPr>
            <p:ph idx="1" type="body"/>
          </p:nvPr>
        </p:nvSpPr>
        <p:spPr>
          <a:xfrm>
            <a:off x="311700" y="1417800"/>
            <a:ext cx="8520600" cy="31509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Lato"/>
              <a:buChar char="●"/>
              <a:defRPr sz="1800">
                <a:solidFill>
                  <a:schemeClr val="dk1"/>
                </a:solidFill>
                <a:latin typeface="Lato"/>
                <a:ea typeface="Lato"/>
                <a:cs typeface="Lato"/>
                <a:sym typeface="Lato"/>
              </a:defRPr>
            </a:lvl1pPr>
            <a:lvl2pPr indent="-317500" lvl="1" marL="914400">
              <a:lnSpc>
                <a:spcPct val="115000"/>
              </a:lnSpc>
              <a:spcBef>
                <a:spcPts val="1600"/>
              </a:spcBef>
              <a:spcAft>
                <a:spcPts val="0"/>
              </a:spcAft>
              <a:buClr>
                <a:schemeClr val="dk1"/>
              </a:buClr>
              <a:buSzPts val="1400"/>
              <a:buFont typeface="Lato"/>
              <a:buChar char="○"/>
              <a:defRPr>
                <a:solidFill>
                  <a:schemeClr val="dk1"/>
                </a:solidFill>
                <a:latin typeface="Lato"/>
                <a:ea typeface="Lato"/>
                <a:cs typeface="Lato"/>
                <a:sym typeface="Lato"/>
              </a:defRPr>
            </a:lvl2pPr>
            <a:lvl3pPr indent="-317500" lvl="2" marL="1371600">
              <a:lnSpc>
                <a:spcPct val="115000"/>
              </a:lnSpc>
              <a:spcBef>
                <a:spcPts val="1600"/>
              </a:spcBef>
              <a:spcAft>
                <a:spcPts val="0"/>
              </a:spcAft>
              <a:buClr>
                <a:schemeClr val="dk1"/>
              </a:buClr>
              <a:buSzPts val="1400"/>
              <a:buFont typeface="Lato"/>
              <a:buChar char="■"/>
              <a:defRPr>
                <a:solidFill>
                  <a:schemeClr val="dk1"/>
                </a:solidFill>
                <a:latin typeface="Lato"/>
                <a:ea typeface="Lato"/>
                <a:cs typeface="Lato"/>
                <a:sym typeface="Lato"/>
              </a:defRPr>
            </a:lvl3pPr>
            <a:lvl4pPr indent="-317500" lvl="3" marL="1828800">
              <a:lnSpc>
                <a:spcPct val="115000"/>
              </a:lnSpc>
              <a:spcBef>
                <a:spcPts val="1600"/>
              </a:spcBef>
              <a:spcAft>
                <a:spcPts val="0"/>
              </a:spcAft>
              <a:buClr>
                <a:schemeClr val="dk1"/>
              </a:buClr>
              <a:buSzPts val="1400"/>
              <a:buFont typeface="Lato"/>
              <a:buChar char="●"/>
              <a:defRPr>
                <a:solidFill>
                  <a:schemeClr val="dk1"/>
                </a:solidFill>
                <a:latin typeface="Lato"/>
                <a:ea typeface="Lato"/>
                <a:cs typeface="Lato"/>
                <a:sym typeface="Lato"/>
              </a:defRPr>
            </a:lvl4pPr>
            <a:lvl5pPr indent="-317500" lvl="4" marL="2286000">
              <a:lnSpc>
                <a:spcPct val="115000"/>
              </a:lnSpc>
              <a:spcBef>
                <a:spcPts val="1600"/>
              </a:spcBef>
              <a:spcAft>
                <a:spcPts val="0"/>
              </a:spcAft>
              <a:buClr>
                <a:schemeClr val="dk1"/>
              </a:buClr>
              <a:buSzPts val="1400"/>
              <a:buFont typeface="Lato"/>
              <a:buChar char="○"/>
              <a:defRPr>
                <a:solidFill>
                  <a:schemeClr val="dk1"/>
                </a:solidFill>
                <a:latin typeface="Lato"/>
                <a:ea typeface="Lato"/>
                <a:cs typeface="Lato"/>
                <a:sym typeface="Lato"/>
              </a:defRPr>
            </a:lvl5pPr>
            <a:lvl6pPr indent="-317500" lvl="5" marL="2743200">
              <a:lnSpc>
                <a:spcPct val="115000"/>
              </a:lnSpc>
              <a:spcBef>
                <a:spcPts val="1600"/>
              </a:spcBef>
              <a:spcAft>
                <a:spcPts val="0"/>
              </a:spcAft>
              <a:buClr>
                <a:schemeClr val="dk1"/>
              </a:buClr>
              <a:buSzPts val="1400"/>
              <a:buFont typeface="Lato"/>
              <a:buChar char="■"/>
              <a:defRPr>
                <a:solidFill>
                  <a:schemeClr val="dk1"/>
                </a:solidFill>
                <a:latin typeface="Lato"/>
                <a:ea typeface="Lato"/>
                <a:cs typeface="Lato"/>
                <a:sym typeface="Lato"/>
              </a:defRPr>
            </a:lvl6pPr>
            <a:lvl7pPr indent="-317500" lvl="6" marL="3200400">
              <a:lnSpc>
                <a:spcPct val="115000"/>
              </a:lnSpc>
              <a:spcBef>
                <a:spcPts val="1600"/>
              </a:spcBef>
              <a:spcAft>
                <a:spcPts val="0"/>
              </a:spcAft>
              <a:buClr>
                <a:schemeClr val="dk1"/>
              </a:buClr>
              <a:buSzPts val="1400"/>
              <a:buFont typeface="Lato"/>
              <a:buChar char="●"/>
              <a:defRPr>
                <a:solidFill>
                  <a:schemeClr val="dk1"/>
                </a:solidFill>
                <a:latin typeface="Lato"/>
                <a:ea typeface="Lato"/>
                <a:cs typeface="Lato"/>
                <a:sym typeface="Lato"/>
              </a:defRPr>
            </a:lvl7pPr>
            <a:lvl8pPr indent="-317500" lvl="7" marL="3657600">
              <a:lnSpc>
                <a:spcPct val="115000"/>
              </a:lnSpc>
              <a:spcBef>
                <a:spcPts val="1600"/>
              </a:spcBef>
              <a:spcAft>
                <a:spcPts val="0"/>
              </a:spcAft>
              <a:buClr>
                <a:schemeClr val="dk1"/>
              </a:buClr>
              <a:buSzPts val="1400"/>
              <a:buFont typeface="Lato"/>
              <a:buChar char="○"/>
              <a:defRPr>
                <a:solidFill>
                  <a:schemeClr val="dk1"/>
                </a:solidFill>
                <a:latin typeface="Lato"/>
                <a:ea typeface="Lato"/>
                <a:cs typeface="Lato"/>
                <a:sym typeface="Lato"/>
              </a:defRPr>
            </a:lvl8pPr>
            <a:lvl9pPr indent="-317500" lvl="8" marL="4114800">
              <a:lnSpc>
                <a:spcPct val="115000"/>
              </a:lnSpc>
              <a:spcBef>
                <a:spcPts val="1600"/>
              </a:spcBef>
              <a:spcAft>
                <a:spcPts val="1600"/>
              </a:spcAft>
              <a:buClr>
                <a:schemeClr val="dk1"/>
              </a:buClr>
              <a:buSzPts val="1400"/>
              <a:buFont typeface="Lato"/>
              <a:buChar char="■"/>
              <a:defRPr>
                <a:solidFill>
                  <a:schemeClr val="dk1"/>
                </a:solidFill>
                <a:latin typeface="Lato"/>
                <a:ea typeface="Lato"/>
                <a:cs typeface="Lato"/>
                <a:sym typeface="Lato"/>
              </a:defRPr>
            </a:lvl9pPr>
          </a:lstStyle>
          <a:p/>
        </p:txBody>
      </p:sp>
      <p:sp>
        <p:nvSpPr>
          <p:cNvPr id="181" name="Google Shape;181;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1"/>
                </a:solidFill>
                <a:latin typeface="Lato"/>
                <a:ea typeface="Lato"/>
                <a:cs typeface="Lato"/>
                <a:sym typeface="Lato"/>
              </a:defRPr>
            </a:lvl1pPr>
            <a:lvl2pPr lvl="1" algn="r">
              <a:buNone/>
              <a:defRPr sz="1000">
                <a:solidFill>
                  <a:schemeClr val="dk1"/>
                </a:solidFill>
                <a:latin typeface="Lato"/>
                <a:ea typeface="Lato"/>
                <a:cs typeface="Lato"/>
                <a:sym typeface="Lato"/>
              </a:defRPr>
            </a:lvl2pPr>
            <a:lvl3pPr lvl="2" algn="r">
              <a:buNone/>
              <a:defRPr sz="1000">
                <a:solidFill>
                  <a:schemeClr val="dk1"/>
                </a:solidFill>
                <a:latin typeface="Lato"/>
                <a:ea typeface="Lato"/>
                <a:cs typeface="Lato"/>
                <a:sym typeface="Lato"/>
              </a:defRPr>
            </a:lvl3pPr>
            <a:lvl4pPr lvl="3" algn="r">
              <a:buNone/>
              <a:defRPr sz="1000">
                <a:solidFill>
                  <a:schemeClr val="dk1"/>
                </a:solidFill>
                <a:latin typeface="Lato"/>
                <a:ea typeface="Lato"/>
                <a:cs typeface="Lato"/>
                <a:sym typeface="Lato"/>
              </a:defRPr>
            </a:lvl4pPr>
            <a:lvl5pPr lvl="4" algn="r">
              <a:buNone/>
              <a:defRPr sz="1000">
                <a:solidFill>
                  <a:schemeClr val="dk1"/>
                </a:solidFill>
                <a:latin typeface="Lato"/>
                <a:ea typeface="Lato"/>
                <a:cs typeface="Lato"/>
                <a:sym typeface="Lato"/>
              </a:defRPr>
            </a:lvl5pPr>
            <a:lvl6pPr lvl="5" algn="r">
              <a:buNone/>
              <a:defRPr sz="1000">
                <a:solidFill>
                  <a:schemeClr val="dk1"/>
                </a:solidFill>
                <a:latin typeface="Lato"/>
                <a:ea typeface="Lato"/>
                <a:cs typeface="Lato"/>
                <a:sym typeface="Lato"/>
              </a:defRPr>
            </a:lvl6pPr>
            <a:lvl7pPr lvl="6" algn="r">
              <a:buNone/>
              <a:defRPr sz="1000">
                <a:solidFill>
                  <a:schemeClr val="dk1"/>
                </a:solidFill>
                <a:latin typeface="Lato"/>
                <a:ea typeface="Lato"/>
                <a:cs typeface="Lato"/>
                <a:sym typeface="Lato"/>
              </a:defRPr>
            </a:lvl7pPr>
            <a:lvl8pPr lvl="7" algn="r">
              <a:buNone/>
              <a:defRPr sz="1000">
                <a:solidFill>
                  <a:schemeClr val="dk1"/>
                </a:solidFill>
                <a:latin typeface="Lato"/>
                <a:ea typeface="Lato"/>
                <a:cs typeface="Lato"/>
                <a:sym typeface="Lato"/>
              </a:defRPr>
            </a:lvl8pPr>
            <a:lvl9pPr lvl="8" algn="r">
              <a:buNone/>
              <a:defRPr sz="1000">
                <a:solidFill>
                  <a:schemeClr val="dk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7.jpg"/><Relationship Id="rId4" Type="http://schemas.openxmlformats.org/officeDocument/2006/relationships/image" Target="../media/image6.pn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8.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1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8.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2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9.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10.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9.xml"/><Relationship Id="rId3" Type="http://schemas.openxmlformats.org/officeDocument/2006/relationships/image" Target="../media/image19.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0.xml"/><Relationship Id="rId3" Type="http://schemas.openxmlformats.org/officeDocument/2006/relationships/image" Target="../media/image24.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1.xml"/><Relationship Id="rId3" Type="http://schemas.openxmlformats.org/officeDocument/2006/relationships/image" Target="../media/image2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13.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24.xml"/><Relationship Id="rId3" Type="http://schemas.openxmlformats.org/officeDocument/2006/relationships/image" Target="../media/image13.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8.xml"/><Relationship Id="rId3" Type="http://schemas.openxmlformats.org/officeDocument/2006/relationships/image" Target="../media/image19.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9.xml"/><Relationship Id="rId3" Type="http://schemas.openxmlformats.org/officeDocument/2006/relationships/image" Target="../media/image19.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0.xml"/><Relationship Id="rId3" Type="http://schemas.openxmlformats.org/officeDocument/2006/relationships/image" Target="../media/image19.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5.xml"/><Relationship Id="rId3" Type="http://schemas.openxmlformats.org/officeDocument/2006/relationships/comments" Target="../comments/comment1.xml"/><Relationship Id="rId4" Type="http://schemas.openxmlformats.org/officeDocument/2006/relationships/image" Target="../media/image7.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7.xml"/><Relationship Id="rId3" Type="http://schemas.openxmlformats.org/officeDocument/2006/relationships/image" Target="../media/image16.jpg"/><Relationship Id="rId4" Type="http://schemas.openxmlformats.org/officeDocument/2006/relationships/hyperlink" Target="http://www.youtube.com/watch?v=89zSBB5RUuM" TargetMode="External"/><Relationship Id="rId5" Type="http://schemas.openxmlformats.org/officeDocument/2006/relationships/image" Target="../media/image21.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8.xml"/><Relationship Id="rId3" Type="http://schemas.openxmlformats.org/officeDocument/2006/relationships/image" Target="../media/image20.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3" name="Shape 263"/>
        <p:cNvGrpSpPr/>
        <p:nvPr/>
      </p:nvGrpSpPr>
      <p:grpSpPr>
        <a:xfrm>
          <a:off x="0" y="0"/>
          <a:ext cx="0" cy="0"/>
          <a:chOff x="0" y="0"/>
          <a:chExt cx="0" cy="0"/>
        </a:xfrm>
      </p:grpSpPr>
      <p:sp>
        <p:nvSpPr>
          <p:cNvPr id="264" name="Google Shape;264;p44"/>
          <p:cNvSpPr txBox="1"/>
          <p:nvPr/>
        </p:nvSpPr>
        <p:spPr>
          <a:xfrm>
            <a:off x="13500" y="1645925"/>
            <a:ext cx="9117000" cy="29970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n" sz="4600">
                <a:solidFill>
                  <a:srgbClr val="800000"/>
                </a:solidFill>
                <a:latin typeface="Corbel"/>
                <a:ea typeface="Corbel"/>
                <a:cs typeface="Corbel"/>
                <a:sym typeface="Corbel"/>
              </a:rPr>
              <a:t>主耶和華神在聖殿中</a:t>
            </a:r>
            <a:endParaRPr b="1" sz="4600">
              <a:solidFill>
                <a:srgbClr val="800000"/>
              </a:solidFill>
              <a:latin typeface="Corbel"/>
              <a:ea typeface="Corbel"/>
              <a:cs typeface="Corbel"/>
              <a:sym typeface="Corbel"/>
            </a:endParaRPr>
          </a:p>
          <a:p>
            <a:pPr indent="0" lvl="0" marL="0" rtl="0" algn="ctr">
              <a:lnSpc>
                <a:spcPct val="90000"/>
              </a:lnSpc>
              <a:spcBef>
                <a:spcPts val="0"/>
              </a:spcBef>
              <a:spcAft>
                <a:spcPts val="0"/>
              </a:spcAft>
              <a:buNone/>
            </a:pPr>
            <a:r>
              <a:rPr b="1" lang="en" sz="4600">
                <a:solidFill>
                  <a:srgbClr val="800000"/>
                </a:solidFill>
                <a:latin typeface="Corbel"/>
                <a:ea typeface="Corbel"/>
                <a:cs typeface="Corbel"/>
                <a:sym typeface="Corbel"/>
              </a:rPr>
              <a:t>當存敬畏</a:t>
            </a:r>
            <a:endParaRPr b="1" sz="4600">
              <a:solidFill>
                <a:srgbClr val="800000"/>
              </a:solidFill>
              <a:latin typeface="Corbel"/>
              <a:ea typeface="Corbel"/>
              <a:cs typeface="Corbel"/>
              <a:sym typeface="Corbel"/>
            </a:endParaRPr>
          </a:p>
          <a:p>
            <a:pPr indent="0" lvl="0" marL="0" rtl="0" algn="ctr">
              <a:lnSpc>
                <a:spcPct val="90000"/>
              </a:lnSpc>
              <a:spcBef>
                <a:spcPts val="0"/>
              </a:spcBef>
              <a:spcAft>
                <a:spcPts val="0"/>
              </a:spcAft>
              <a:buNone/>
            </a:pPr>
            <a:r>
              <a:t/>
            </a:r>
            <a:endParaRPr sz="2800">
              <a:solidFill>
                <a:srgbClr val="800000"/>
              </a:solidFill>
              <a:latin typeface="Corbel"/>
              <a:ea typeface="Corbel"/>
              <a:cs typeface="Corbel"/>
              <a:sym typeface="Corbel"/>
            </a:endParaRPr>
          </a:p>
          <a:p>
            <a:pPr indent="0" lvl="0" marL="0" rtl="0" algn="ctr">
              <a:lnSpc>
                <a:spcPct val="90000"/>
              </a:lnSpc>
              <a:spcBef>
                <a:spcPts val="0"/>
              </a:spcBef>
              <a:spcAft>
                <a:spcPts val="0"/>
              </a:spcAft>
              <a:buNone/>
            </a:pPr>
            <a:r>
              <a:rPr b="1" lang="en" sz="4100">
                <a:solidFill>
                  <a:srgbClr val="3333CC"/>
                </a:solidFill>
                <a:latin typeface="Corbel"/>
                <a:ea typeface="Corbel"/>
                <a:cs typeface="Corbel"/>
                <a:sym typeface="Corbel"/>
              </a:rPr>
              <a:t>保持安靜</a:t>
            </a:r>
            <a:r>
              <a:rPr b="1" lang="en" sz="3300">
                <a:solidFill>
                  <a:srgbClr val="3333CC"/>
                </a:solidFill>
                <a:latin typeface="Corbel"/>
                <a:ea typeface="Corbel"/>
                <a:cs typeface="Corbel"/>
                <a:sym typeface="Corbel"/>
              </a:rPr>
              <a:t>並</a:t>
            </a:r>
            <a:r>
              <a:rPr b="1" lang="en" sz="4100">
                <a:solidFill>
                  <a:srgbClr val="3333CC"/>
                </a:solidFill>
                <a:latin typeface="Corbel"/>
                <a:ea typeface="Corbel"/>
                <a:cs typeface="Corbel"/>
                <a:sym typeface="Corbel"/>
              </a:rPr>
              <a:t>認罪禱告</a:t>
            </a:r>
            <a:endParaRPr b="1" sz="4100">
              <a:solidFill>
                <a:srgbClr val="3333CC"/>
              </a:solidFill>
              <a:latin typeface="Corbel"/>
              <a:ea typeface="Corbel"/>
              <a:cs typeface="Corbel"/>
              <a:sym typeface="Corbel"/>
            </a:endParaRPr>
          </a:p>
          <a:p>
            <a:pPr indent="0" lvl="0" marL="0" rtl="0" algn="ctr">
              <a:lnSpc>
                <a:spcPct val="90000"/>
              </a:lnSpc>
              <a:spcBef>
                <a:spcPts val="0"/>
              </a:spcBef>
              <a:spcAft>
                <a:spcPts val="0"/>
              </a:spcAft>
              <a:buNone/>
            </a:pPr>
            <a:r>
              <a:rPr b="1" lang="en" sz="4200">
                <a:solidFill>
                  <a:srgbClr val="3333CC"/>
                </a:solidFill>
                <a:latin typeface="Corbel"/>
                <a:ea typeface="Corbel"/>
                <a:cs typeface="Corbel"/>
                <a:sym typeface="Corbel"/>
              </a:rPr>
              <a:t>~ </a:t>
            </a:r>
            <a:r>
              <a:rPr b="1" lang="en" sz="3600">
                <a:solidFill>
                  <a:srgbClr val="3333CC"/>
                </a:solidFill>
                <a:latin typeface="Corbel"/>
                <a:ea typeface="Corbel"/>
                <a:cs typeface="Corbel"/>
                <a:sym typeface="Corbel"/>
              </a:rPr>
              <a:t>預備心靈敬拜 </a:t>
            </a:r>
            <a:r>
              <a:rPr b="1" lang="en" sz="4200">
                <a:solidFill>
                  <a:srgbClr val="3333CC"/>
                </a:solidFill>
                <a:latin typeface="Corbel"/>
                <a:ea typeface="Corbel"/>
                <a:cs typeface="Corbel"/>
                <a:sym typeface="Corbel"/>
              </a:rPr>
              <a:t>~</a:t>
            </a:r>
            <a:endParaRPr b="1" sz="4700">
              <a:solidFill>
                <a:srgbClr val="5B0F00"/>
              </a:solidFill>
              <a:latin typeface="Corbel"/>
              <a:ea typeface="Corbel"/>
              <a:cs typeface="Corbel"/>
              <a:sym typeface="Corbel"/>
            </a:endParaRPr>
          </a:p>
        </p:txBody>
      </p:sp>
      <p:sp>
        <p:nvSpPr>
          <p:cNvPr id="265" name="Google Shape;265;p44"/>
          <p:cNvSpPr txBox="1"/>
          <p:nvPr/>
        </p:nvSpPr>
        <p:spPr>
          <a:xfrm>
            <a:off x="515550" y="923775"/>
            <a:ext cx="8558100" cy="554100"/>
          </a:xfrm>
          <a:prstGeom prst="rect">
            <a:avLst/>
          </a:prstGeom>
          <a:noFill/>
          <a:ln>
            <a:noFill/>
          </a:ln>
        </p:spPr>
        <p:txBody>
          <a:bodyPr anchorCtr="0" anchor="t" bIns="91425" lIns="91425" spcFirstLastPara="1" rIns="91425" wrap="square" tIns="91425">
            <a:spAutoFit/>
          </a:bodyPr>
          <a:lstStyle/>
          <a:p>
            <a:pPr indent="0" lvl="0" marL="0" rtl="0" algn="ctr">
              <a:lnSpc>
                <a:spcPct val="50000"/>
              </a:lnSpc>
              <a:spcBef>
                <a:spcPts val="0"/>
              </a:spcBef>
              <a:spcAft>
                <a:spcPts val="1600"/>
              </a:spcAft>
              <a:buNone/>
            </a:pPr>
            <a:r>
              <a:rPr b="1" lang="en" sz="2900">
                <a:latin typeface="Corbel"/>
                <a:ea typeface="Corbel"/>
                <a:cs typeface="Corbel"/>
                <a:sym typeface="Corbel"/>
              </a:rPr>
              <a:t>06/14/2026                      </a:t>
            </a:r>
            <a:r>
              <a:rPr b="1" lang="en" sz="3400">
                <a:latin typeface="Corbel"/>
                <a:ea typeface="Corbel"/>
                <a:cs typeface="Corbel"/>
                <a:sym typeface="Corbel"/>
              </a:rPr>
              <a:t>                    </a:t>
            </a:r>
            <a:r>
              <a:rPr b="1" lang="en" sz="4800">
                <a:latin typeface="Corbel"/>
                <a:ea typeface="Corbel"/>
                <a:cs typeface="Corbel"/>
                <a:sym typeface="Corbel"/>
              </a:rPr>
              <a:t>11:00</a:t>
            </a:r>
            <a:r>
              <a:rPr b="1" lang="en" sz="3400">
                <a:latin typeface="Corbel"/>
                <a:ea typeface="Corbel"/>
                <a:cs typeface="Corbel"/>
                <a:sym typeface="Corbel"/>
              </a:rPr>
              <a:t>主日崇拜    </a:t>
            </a:r>
            <a:endParaRPr b="1" sz="500">
              <a:latin typeface="Corbel"/>
              <a:ea typeface="Corbel"/>
              <a:cs typeface="Corbel"/>
              <a:sym typeface="Corbel"/>
            </a:endParaRPr>
          </a:p>
        </p:txBody>
      </p:sp>
      <p:sp>
        <p:nvSpPr>
          <p:cNvPr id="266" name="Google Shape;266;p44"/>
          <p:cNvSpPr txBox="1"/>
          <p:nvPr/>
        </p:nvSpPr>
        <p:spPr>
          <a:xfrm>
            <a:off x="0" y="0"/>
            <a:ext cx="25032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500">
              <a:latin typeface="Lato"/>
              <a:ea typeface="Lato"/>
              <a:cs typeface="Lato"/>
              <a:sym typeface="Lato"/>
            </a:endParaRPr>
          </a:p>
        </p:txBody>
      </p:sp>
      <p:sp>
        <p:nvSpPr>
          <p:cNvPr id="267" name="Google Shape;267;p44"/>
          <p:cNvSpPr txBox="1"/>
          <p:nvPr/>
        </p:nvSpPr>
        <p:spPr>
          <a:xfrm>
            <a:off x="54050" y="4466250"/>
            <a:ext cx="3425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000">
              <a:highlight>
                <a:srgbClr val="F8E71C"/>
              </a:highlight>
              <a:latin typeface="Lato"/>
              <a:ea typeface="Lato"/>
              <a:cs typeface="Lato"/>
              <a:sym typeface="Lato"/>
            </a:endParaRPr>
          </a:p>
        </p:txBody>
      </p:sp>
      <p:sp>
        <p:nvSpPr>
          <p:cNvPr id="268" name="Google Shape;268;p44"/>
          <p:cNvSpPr txBox="1"/>
          <p:nvPr/>
        </p:nvSpPr>
        <p:spPr>
          <a:xfrm>
            <a:off x="0" y="0"/>
            <a:ext cx="9144000" cy="877200"/>
          </a:xfrm>
          <a:prstGeom prst="rect">
            <a:avLst/>
          </a:prstGeom>
          <a:solidFill>
            <a:srgbClr val="0B53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500">
                <a:solidFill>
                  <a:schemeClr val="accent6"/>
                </a:solidFill>
                <a:latin typeface="Corbel"/>
                <a:ea typeface="Corbel"/>
                <a:cs typeface="Corbel"/>
                <a:sym typeface="Corbel"/>
              </a:rPr>
              <a:t>神羔羊基督</a:t>
            </a:r>
            <a:r>
              <a:rPr b="1" lang="en" sz="2900">
                <a:solidFill>
                  <a:schemeClr val="accent6"/>
                </a:solidFill>
                <a:latin typeface="Corbel"/>
                <a:ea typeface="Corbel"/>
                <a:cs typeface="Corbel"/>
                <a:sym typeface="Corbel"/>
              </a:rPr>
              <a:t>的教會</a:t>
            </a:r>
            <a:r>
              <a:rPr b="1" lang="en" sz="3000">
                <a:solidFill>
                  <a:schemeClr val="accent6"/>
                </a:solidFill>
                <a:latin typeface="Corbel"/>
                <a:ea typeface="Corbel"/>
                <a:cs typeface="Corbel"/>
                <a:sym typeface="Corbel"/>
              </a:rPr>
              <a:t> </a:t>
            </a:r>
            <a:r>
              <a:rPr b="1" lang="en" sz="2400">
                <a:solidFill>
                  <a:schemeClr val="accent6"/>
                </a:solidFill>
                <a:latin typeface="Corbel"/>
                <a:ea typeface="Corbel"/>
                <a:cs typeface="Corbel"/>
                <a:sym typeface="Corbel"/>
              </a:rPr>
              <a:t>Lamb of God Church of PA</a:t>
            </a:r>
            <a:r>
              <a:rPr b="1" lang="en" sz="2300">
                <a:solidFill>
                  <a:schemeClr val="accent6"/>
                </a:solidFill>
                <a:latin typeface="Corbel"/>
                <a:ea typeface="Corbel"/>
                <a:cs typeface="Corbel"/>
                <a:sym typeface="Corbel"/>
              </a:rPr>
              <a:t> </a:t>
            </a:r>
            <a:r>
              <a:rPr lang="en" sz="1800">
                <a:solidFill>
                  <a:schemeClr val="accent6"/>
                </a:solidFill>
                <a:latin typeface="Corbel"/>
                <a:ea typeface="Corbel"/>
                <a:cs typeface="Corbel"/>
                <a:sym typeface="Corbel"/>
              </a:rPr>
              <a:t>                                  </a:t>
            </a:r>
            <a:endParaRPr sz="5200">
              <a:solidFill>
                <a:schemeClr val="accent6"/>
              </a:solidFill>
              <a:latin typeface="Corbel"/>
              <a:ea typeface="Corbel"/>
              <a:cs typeface="Corbel"/>
              <a:sym typeface="Corbel"/>
            </a:endParaRPr>
          </a:p>
        </p:txBody>
      </p:sp>
      <p:sp>
        <p:nvSpPr>
          <p:cNvPr id="269" name="Google Shape;269;p44"/>
          <p:cNvSpPr txBox="1"/>
          <p:nvPr/>
        </p:nvSpPr>
        <p:spPr>
          <a:xfrm>
            <a:off x="0" y="4642925"/>
            <a:ext cx="9144000" cy="461700"/>
          </a:xfrm>
          <a:prstGeom prst="rect">
            <a:avLst/>
          </a:prstGeom>
          <a:solidFill>
            <a:schemeClr val="lt2"/>
          </a:solid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n" sz="2000">
                <a:latin typeface="Corbel"/>
                <a:ea typeface="Corbel"/>
                <a:cs typeface="Corbel"/>
                <a:sym typeface="Corbel"/>
              </a:rPr>
              <a:t>請</a:t>
            </a:r>
            <a:r>
              <a:rPr b="1" lang="en" sz="2000">
                <a:latin typeface="Corbel"/>
                <a:ea typeface="Corbel"/>
                <a:cs typeface="Corbel"/>
                <a:sym typeface="Corbel"/>
              </a:rPr>
              <a:t>務必</a:t>
            </a:r>
            <a:r>
              <a:rPr b="1" lang="en" sz="2000">
                <a:latin typeface="Corbel"/>
                <a:ea typeface="Corbel"/>
                <a:cs typeface="Corbel"/>
                <a:sym typeface="Corbel"/>
              </a:rPr>
              <a:t>關掉手机或改震動, 請勿用零食、飮料、口香糖</a:t>
            </a:r>
            <a:endParaRPr b="1" sz="2000">
              <a:highlight>
                <a:schemeClr val="accent6"/>
              </a:highlight>
              <a:latin typeface="Corbel"/>
              <a:ea typeface="Corbel"/>
              <a:cs typeface="Corbel"/>
              <a:sym typeface="Corbel"/>
            </a:endParaRPr>
          </a:p>
        </p:txBody>
      </p:sp>
      <p:pic>
        <p:nvPicPr>
          <p:cNvPr id="270" name="Google Shape;270;p44"/>
          <p:cNvPicPr preferRelativeResize="0"/>
          <p:nvPr/>
        </p:nvPicPr>
        <p:blipFill>
          <a:blip r:embed="rId4">
            <a:alphaModFix/>
          </a:blip>
          <a:stretch>
            <a:fillRect/>
          </a:stretch>
        </p:blipFill>
        <p:spPr>
          <a:xfrm>
            <a:off x="6215653" y="4697725"/>
            <a:ext cx="521122" cy="352100"/>
          </a:xfrm>
          <a:prstGeom prst="rect">
            <a:avLst/>
          </a:prstGeom>
          <a:noFill/>
          <a:ln>
            <a:noFill/>
          </a:ln>
        </p:spPr>
      </p:pic>
      <p:pic>
        <p:nvPicPr>
          <p:cNvPr id="271" name="Google Shape;271;p44"/>
          <p:cNvPicPr preferRelativeResize="0"/>
          <p:nvPr/>
        </p:nvPicPr>
        <p:blipFill>
          <a:blip r:embed="rId5">
            <a:alphaModFix/>
          </a:blip>
          <a:stretch>
            <a:fillRect/>
          </a:stretch>
        </p:blipFill>
        <p:spPr>
          <a:xfrm>
            <a:off x="6843064" y="4697725"/>
            <a:ext cx="408436" cy="3521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5" name="Shape 275"/>
        <p:cNvGrpSpPr/>
        <p:nvPr/>
      </p:nvGrpSpPr>
      <p:grpSpPr>
        <a:xfrm>
          <a:off x="0" y="0"/>
          <a:ext cx="0" cy="0"/>
          <a:chOff x="0" y="0"/>
          <a:chExt cx="0" cy="0"/>
        </a:xfrm>
      </p:grpSpPr>
      <p:sp>
        <p:nvSpPr>
          <p:cNvPr id="276" name="Google Shape;276;p45"/>
          <p:cNvSpPr txBox="1"/>
          <p:nvPr>
            <p:ph type="ctrTitle"/>
          </p:nvPr>
        </p:nvSpPr>
        <p:spPr>
          <a:xfrm>
            <a:off x="93075" y="2977925"/>
            <a:ext cx="4608000" cy="1853700"/>
          </a:xfrm>
          <a:prstGeom prst="rect">
            <a:avLst/>
          </a:prstGeom>
        </p:spPr>
        <p:txBody>
          <a:bodyPr anchorCtr="0" anchor="b" bIns="91425" lIns="91425" spcFirstLastPara="1" rIns="91425" wrap="square" tIns="91425">
            <a:noAutofit/>
          </a:bodyPr>
          <a:lstStyle/>
          <a:p>
            <a:pPr indent="0" lvl="0" marL="0" rtl="0" algn="l">
              <a:spcBef>
                <a:spcPts val="1000"/>
              </a:spcBef>
              <a:spcAft>
                <a:spcPts val="0"/>
              </a:spcAft>
              <a:buNone/>
            </a:pPr>
            <a:r>
              <a:rPr lang="en">
                <a:solidFill>
                  <a:srgbClr val="800000"/>
                </a:solidFill>
                <a:latin typeface="Corbel"/>
                <a:ea typeface="Corbel"/>
                <a:cs typeface="Corbel"/>
                <a:sym typeface="Corbel"/>
              </a:rPr>
              <a:t>主席會前禱</a:t>
            </a:r>
            <a:r>
              <a:rPr lang="en">
                <a:solidFill>
                  <a:srgbClr val="800000"/>
                </a:solidFill>
                <a:latin typeface="Corbel"/>
                <a:ea typeface="Corbel"/>
                <a:cs typeface="Corbel"/>
                <a:sym typeface="Corbel"/>
              </a:rPr>
              <a:t>告</a:t>
            </a:r>
            <a:endParaRPr>
              <a:solidFill>
                <a:srgbClr val="800000"/>
              </a:solidFill>
              <a:latin typeface="Corbel"/>
              <a:ea typeface="Corbel"/>
              <a:cs typeface="Corbel"/>
              <a:sym typeface="Corbel"/>
            </a:endParaRPr>
          </a:p>
          <a:p>
            <a:pPr indent="0" lvl="0" marL="0" rtl="0" algn="l">
              <a:spcBef>
                <a:spcPts val="1000"/>
              </a:spcBef>
              <a:spcAft>
                <a:spcPts val="0"/>
              </a:spcAft>
              <a:buNone/>
            </a:pPr>
            <a:r>
              <a:rPr lang="en">
                <a:solidFill>
                  <a:srgbClr val="800000"/>
                </a:solidFill>
                <a:latin typeface="Corbel"/>
                <a:ea typeface="Corbel"/>
                <a:cs typeface="Corbel"/>
                <a:sym typeface="Corbel"/>
              </a:rPr>
              <a:t>Praye</a:t>
            </a:r>
            <a:r>
              <a:rPr lang="en">
                <a:solidFill>
                  <a:srgbClr val="800000"/>
                </a:solidFill>
                <a:latin typeface="Corbel"/>
                <a:ea typeface="Corbel"/>
                <a:cs typeface="Corbel"/>
                <a:sym typeface="Corbel"/>
              </a:rPr>
              <a:t>r</a:t>
            </a:r>
            <a:endParaRPr>
              <a:solidFill>
                <a:srgbClr val="800000"/>
              </a:solidFill>
              <a:latin typeface="Corbel"/>
              <a:ea typeface="Corbel"/>
              <a:cs typeface="Corbel"/>
              <a:sym typeface="Corbel"/>
            </a:endParaRPr>
          </a:p>
          <a:p>
            <a:pPr indent="0" lvl="0" marL="0" rtl="0" algn="l">
              <a:spcBef>
                <a:spcPts val="1000"/>
              </a:spcBef>
              <a:spcAft>
                <a:spcPts val="0"/>
              </a:spcAft>
              <a:buNone/>
            </a:pPr>
            <a:r>
              <a:t/>
            </a:r>
            <a:endParaRPr>
              <a:solidFill>
                <a:srgbClr val="800000"/>
              </a:solidFill>
              <a:latin typeface="Corbel"/>
              <a:ea typeface="Corbel"/>
              <a:cs typeface="Corbel"/>
              <a:sym typeface="Corbel"/>
            </a:endParaRPr>
          </a:p>
        </p:txBody>
      </p:sp>
      <p:sp>
        <p:nvSpPr>
          <p:cNvPr id="277" name="Google Shape;277;p45"/>
          <p:cNvSpPr txBox="1"/>
          <p:nvPr/>
        </p:nvSpPr>
        <p:spPr>
          <a:xfrm>
            <a:off x="0" y="0"/>
            <a:ext cx="9144000" cy="877200"/>
          </a:xfrm>
          <a:prstGeom prst="rect">
            <a:avLst/>
          </a:prstGeom>
          <a:solidFill>
            <a:srgbClr val="0B53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500">
                <a:solidFill>
                  <a:schemeClr val="accent6"/>
                </a:solidFill>
                <a:latin typeface="Corbel"/>
                <a:ea typeface="Corbel"/>
                <a:cs typeface="Corbel"/>
                <a:sym typeface="Corbel"/>
              </a:rPr>
              <a:t>神羔羊基督</a:t>
            </a:r>
            <a:r>
              <a:rPr b="1" lang="en" sz="2900">
                <a:solidFill>
                  <a:schemeClr val="accent6"/>
                </a:solidFill>
                <a:latin typeface="Corbel"/>
                <a:ea typeface="Corbel"/>
                <a:cs typeface="Corbel"/>
                <a:sym typeface="Corbel"/>
              </a:rPr>
              <a:t>的教會</a:t>
            </a:r>
            <a:r>
              <a:rPr b="1" lang="en" sz="3000">
                <a:solidFill>
                  <a:schemeClr val="accent6"/>
                </a:solidFill>
                <a:latin typeface="Corbel"/>
                <a:ea typeface="Corbel"/>
                <a:cs typeface="Corbel"/>
                <a:sym typeface="Corbel"/>
              </a:rPr>
              <a:t> </a:t>
            </a:r>
            <a:r>
              <a:rPr b="1" lang="en" sz="2400">
                <a:solidFill>
                  <a:schemeClr val="accent6"/>
                </a:solidFill>
                <a:latin typeface="Corbel"/>
                <a:ea typeface="Corbel"/>
                <a:cs typeface="Corbel"/>
                <a:sym typeface="Corbel"/>
              </a:rPr>
              <a:t>Lamb of God Church of PA</a:t>
            </a:r>
            <a:r>
              <a:rPr b="1" lang="en" sz="2300">
                <a:solidFill>
                  <a:schemeClr val="accent6"/>
                </a:solidFill>
                <a:latin typeface="Corbel"/>
                <a:ea typeface="Corbel"/>
                <a:cs typeface="Corbel"/>
                <a:sym typeface="Corbel"/>
              </a:rPr>
              <a:t> </a:t>
            </a:r>
            <a:r>
              <a:rPr lang="en" sz="1800">
                <a:solidFill>
                  <a:schemeClr val="accent6"/>
                </a:solidFill>
                <a:latin typeface="Corbel"/>
                <a:ea typeface="Corbel"/>
                <a:cs typeface="Corbel"/>
                <a:sym typeface="Corbel"/>
              </a:rPr>
              <a:t>                                  </a:t>
            </a:r>
            <a:endParaRPr sz="5200">
              <a:solidFill>
                <a:schemeClr val="accent6"/>
              </a:solidFill>
              <a:latin typeface="Corbel"/>
              <a:ea typeface="Corbel"/>
              <a:cs typeface="Corbel"/>
              <a:sym typeface="Corbe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281" name="Shape 281"/>
        <p:cNvGrpSpPr/>
        <p:nvPr/>
      </p:nvGrpSpPr>
      <p:grpSpPr>
        <a:xfrm>
          <a:off x="0" y="0"/>
          <a:ext cx="0" cy="0"/>
          <a:chOff x="0" y="0"/>
          <a:chExt cx="0" cy="0"/>
        </a:xfrm>
      </p:grpSpPr>
      <p:sp>
        <p:nvSpPr>
          <p:cNvPr id="282" name="Google Shape;282;p46"/>
          <p:cNvSpPr txBox="1"/>
          <p:nvPr>
            <p:ph type="ctrTitle"/>
          </p:nvPr>
        </p:nvSpPr>
        <p:spPr>
          <a:xfrm>
            <a:off x="630600" y="136800"/>
            <a:ext cx="7893000" cy="1853700"/>
          </a:xfrm>
          <a:prstGeom prst="rect">
            <a:avLst/>
          </a:prstGeom>
        </p:spPr>
        <p:txBody>
          <a:bodyPr anchorCtr="0" anchor="b" bIns="91425" lIns="91425" spcFirstLastPara="1" rIns="91425" wrap="square" tIns="91425">
            <a:noAutofit/>
          </a:bodyPr>
          <a:lstStyle/>
          <a:p>
            <a:pPr indent="0" lvl="0" marL="0" rtl="0" algn="l">
              <a:spcBef>
                <a:spcPts val="1000"/>
              </a:spcBef>
              <a:spcAft>
                <a:spcPts val="0"/>
              </a:spcAft>
              <a:buNone/>
            </a:pPr>
            <a:r>
              <a:rPr lang="en">
                <a:solidFill>
                  <a:srgbClr val="800000"/>
                </a:solidFill>
              </a:rPr>
              <a:t>主席會前禱</a:t>
            </a:r>
            <a:r>
              <a:rPr lang="en">
                <a:solidFill>
                  <a:srgbClr val="800000"/>
                </a:solidFill>
              </a:rPr>
              <a:t>告</a:t>
            </a:r>
            <a:endParaRPr>
              <a:solidFill>
                <a:srgbClr val="800000"/>
              </a:solidFill>
            </a:endParaRPr>
          </a:p>
          <a:p>
            <a:pPr indent="0" lvl="0" marL="0" rtl="0" algn="l">
              <a:spcBef>
                <a:spcPts val="1000"/>
              </a:spcBef>
              <a:spcAft>
                <a:spcPts val="0"/>
              </a:spcAft>
              <a:buNone/>
            </a:pPr>
            <a:r>
              <a:rPr lang="en">
                <a:solidFill>
                  <a:srgbClr val="800000"/>
                </a:solidFill>
              </a:rPr>
              <a:t>Prayer</a:t>
            </a:r>
            <a:endParaRPr>
              <a:solidFill>
                <a:srgbClr val="800000"/>
              </a:solidFill>
            </a:endParaRPr>
          </a:p>
        </p:txBody>
      </p:sp>
      <p:sp>
        <p:nvSpPr>
          <p:cNvPr id="283" name="Google Shape;283;p46"/>
          <p:cNvSpPr txBox="1"/>
          <p:nvPr>
            <p:ph idx="1" type="subTitle"/>
          </p:nvPr>
        </p:nvSpPr>
        <p:spPr>
          <a:xfrm>
            <a:off x="595300" y="2026800"/>
            <a:ext cx="8428200" cy="2824800"/>
          </a:xfrm>
          <a:prstGeom prst="rect">
            <a:avLst/>
          </a:prstGeom>
        </p:spPr>
        <p:txBody>
          <a:bodyPr anchorCtr="0" anchor="b" bIns="91425" lIns="91425" spcFirstLastPara="1" rIns="91425" wrap="square" tIns="91425">
            <a:noAutofit/>
          </a:bodyPr>
          <a:lstStyle/>
          <a:p>
            <a:pPr indent="0" lvl="0" marL="0" rtl="0" algn="l">
              <a:spcBef>
                <a:spcPts val="1000"/>
              </a:spcBef>
              <a:spcAft>
                <a:spcPts val="0"/>
              </a:spcAft>
              <a:buNone/>
            </a:pPr>
            <a:r>
              <a:rPr b="1" lang="en" sz="4000">
                <a:solidFill>
                  <a:srgbClr val="000000"/>
                </a:solidFill>
                <a:latin typeface="Arial"/>
                <a:ea typeface="Arial"/>
                <a:cs typeface="Arial"/>
                <a:sym typeface="Arial"/>
              </a:rPr>
              <a:t>唐毅</a:t>
            </a:r>
            <a:r>
              <a:rPr b="1" lang="en" sz="4000">
                <a:solidFill>
                  <a:srgbClr val="000000"/>
                </a:solidFill>
                <a:latin typeface="Arial"/>
                <a:ea typeface="Arial"/>
                <a:cs typeface="Arial"/>
                <a:sym typeface="Arial"/>
              </a:rPr>
              <a:t>弟兄</a:t>
            </a:r>
            <a:endParaRPr b="1" sz="4000">
              <a:solidFill>
                <a:srgbClr val="000000"/>
              </a:solidFill>
              <a:latin typeface="Arial"/>
              <a:ea typeface="Arial"/>
              <a:cs typeface="Arial"/>
              <a:sym typeface="Arial"/>
            </a:endParaRPr>
          </a:p>
          <a:p>
            <a:pPr indent="0" lvl="0" marL="0" rtl="0" algn="l">
              <a:spcBef>
                <a:spcPts val="1000"/>
              </a:spcBef>
              <a:spcAft>
                <a:spcPts val="0"/>
              </a:spcAft>
              <a:buNone/>
            </a:pPr>
            <a:r>
              <a:rPr b="1" lang="en" sz="4000">
                <a:solidFill>
                  <a:srgbClr val="000000"/>
                </a:solidFill>
                <a:latin typeface="Arial"/>
                <a:ea typeface="Arial"/>
                <a:cs typeface="Arial"/>
                <a:sym typeface="Arial"/>
              </a:rPr>
              <a:t>李振成</a:t>
            </a:r>
            <a:r>
              <a:rPr b="1" lang="en" sz="4000">
                <a:solidFill>
                  <a:srgbClr val="000000"/>
                </a:solidFill>
                <a:latin typeface="Arial"/>
                <a:ea typeface="Arial"/>
                <a:cs typeface="Arial"/>
                <a:sym typeface="Arial"/>
              </a:rPr>
              <a:t>弟兄</a:t>
            </a:r>
            <a:endParaRPr b="1" sz="4000">
              <a:solidFill>
                <a:srgbClr val="000000"/>
              </a:solidFill>
              <a:latin typeface="Arial"/>
              <a:ea typeface="Arial"/>
              <a:cs typeface="Arial"/>
              <a:sym typeface="Arial"/>
            </a:endParaRPr>
          </a:p>
          <a:p>
            <a:pPr indent="0" lvl="0" marL="0" rtl="0" algn="l">
              <a:spcBef>
                <a:spcPts val="1000"/>
              </a:spcBef>
              <a:spcAft>
                <a:spcPts val="0"/>
              </a:spcAft>
              <a:buNone/>
            </a:pPr>
            <a:r>
              <a:rPr b="1" lang="en" sz="4000">
                <a:solidFill>
                  <a:srgbClr val="000000"/>
                </a:solidFill>
                <a:latin typeface="Arial"/>
                <a:ea typeface="Arial"/>
                <a:cs typeface="Arial"/>
                <a:sym typeface="Arial"/>
              </a:rPr>
              <a:t>賴建平弟兄</a:t>
            </a:r>
            <a:endParaRPr b="1" sz="4000">
              <a:solidFill>
                <a:srgbClr val="000000"/>
              </a:solidFill>
              <a:latin typeface="Arial"/>
              <a:ea typeface="Arial"/>
              <a:cs typeface="Arial"/>
              <a:sym typeface="Arial"/>
            </a:endParaRPr>
          </a:p>
          <a:p>
            <a:pPr indent="0" lvl="0" marL="0" rtl="0" algn="l">
              <a:spcBef>
                <a:spcPts val="1000"/>
              </a:spcBef>
              <a:spcAft>
                <a:spcPts val="0"/>
              </a:spcAft>
              <a:buNone/>
            </a:pPr>
            <a:r>
              <a:rPr lang="en" sz="2800">
                <a:solidFill>
                  <a:srgbClr val="FFFFFF"/>
                </a:solidFill>
              </a:rPr>
              <a:t> </a:t>
            </a:r>
            <a:r>
              <a:rPr b="1" lang="en" sz="4000">
                <a:solidFill>
                  <a:srgbClr val="000000"/>
                </a:solidFill>
                <a:latin typeface="Arial"/>
                <a:ea typeface="Arial"/>
                <a:cs typeface="Arial"/>
                <a:sym typeface="Arial"/>
              </a:rPr>
              <a:t>王凱弟兄</a:t>
            </a:r>
            <a:endParaRPr sz="2800">
              <a:solidFill>
                <a:srgbClr val="FFFF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7" name="Shape 287"/>
        <p:cNvGrpSpPr/>
        <p:nvPr/>
      </p:nvGrpSpPr>
      <p:grpSpPr>
        <a:xfrm>
          <a:off x="0" y="0"/>
          <a:ext cx="0" cy="0"/>
          <a:chOff x="0" y="0"/>
          <a:chExt cx="0" cy="0"/>
        </a:xfrm>
      </p:grpSpPr>
      <p:sp>
        <p:nvSpPr>
          <p:cNvPr id="288" name="Google Shape;288;p47"/>
          <p:cNvSpPr txBox="1"/>
          <p:nvPr>
            <p:ph idx="4294967295" type="ctrTitle"/>
          </p:nvPr>
        </p:nvSpPr>
        <p:spPr>
          <a:xfrm>
            <a:off x="549850" y="540575"/>
            <a:ext cx="7893000" cy="740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800">
                <a:solidFill>
                  <a:schemeClr val="accent6"/>
                </a:solidFill>
                <a:latin typeface="Corbel"/>
                <a:ea typeface="Corbel"/>
                <a:cs typeface="Corbel"/>
                <a:sym typeface="Corbel"/>
              </a:rPr>
              <a:t>讀經 </a:t>
            </a:r>
            <a:r>
              <a:rPr lang="en" sz="4800">
                <a:solidFill>
                  <a:schemeClr val="accent6"/>
                </a:solidFill>
                <a:latin typeface="Corbel"/>
                <a:ea typeface="Corbel"/>
                <a:cs typeface="Corbel"/>
                <a:sym typeface="Corbel"/>
              </a:rPr>
              <a:t>Scripture Reading</a:t>
            </a:r>
            <a:r>
              <a:rPr lang="en" sz="4800">
                <a:solidFill>
                  <a:schemeClr val="accent6"/>
                </a:solidFill>
                <a:latin typeface="Corbel"/>
                <a:ea typeface="Corbel"/>
                <a:cs typeface="Corbel"/>
                <a:sym typeface="Corbel"/>
              </a:rPr>
              <a:t> </a:t>
            </a:r>
            <a:endParaRPr sz="4800">
              <a:solidFill>
                <a:schemeClr val="accent6"/>
              </a:solidFill>
              <a:latin typeface="Corbel"/>
              <a:ea typeface="Corbel"/>
              <a:cs typeface="Corbel"/>
              <a:sym typeface="Corbel"/>
            </a:endParaRPr>
          </a:p>
        </p:txBody>
      </p:sp>
      <p:sp>
        <p:nvSpPr>
          <p:cNvPr id="289" name="Google Shape;289;p47"/>
          <p:cNvSpPr txBox="1"/>
          <p:nvPr>
            <p:ph idx="4294967295" type="subTitle"/>
          </p:nvPr>
        </p:nvSpPr>
        <p:spPr>
          <a:xfrm>
            <a:off x="495250" y="1716275"/>
            <a:ext cx="8002200" cy="894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3800">
                <a:solidFill>
                  <a:srgbClr val="01AFD1"/>
                </a:solidFill>
                <a:latin typeface="Corbel"/>
                <a:ea typeface="Corbel"/>
                <a:cs typeface="Corbel"/>
                <a:sym typeface="Corbel"/>
              </a:rPr>
              <a:t>   </a:t>
            </a:r>
            <a:r>
              <a:rPr b="1" lang="en" sz="4000">
                <a:solidFill>
                  <a:srgbClr val="FFFFFF"/>
                </a:solidFill>
                <a:latin typeface="Corbel"/>
                <a:ea typeface="Corbel"/>
                <a:cs typeface="Corbel"/>
                <a:sym typeface="Corbel"/>
              </a:rPr>
              <a:t>箴言 Proverbs   </a:t>
            </a:r>
            <a:r>
              <a:rPr b="1" lang="en" sz="4300">
                <a:solidFill>
                  <a:srgbClr val="FFFFFF"/>
                </a:solidFill>
                <a:latin typeface="Corbel"/>
                <a:ea typeface="Corbel"/>
                <a:cs typeface="Corbel"/>
                <a:sym typeface="Corbel"/>
              </a:rPr>
              <a:t> 15: 1-11</a:t>
            </a:r>
            <a:endParaRPr sz="4100">
              <a:solidFill>
                <a:srgbClr val="FFFFFF"/>
              </a:solidFill>
              <a:latin typeface="Corbel"/>
              <a:ea typeface="Corbel"/>
              <a:cs typeface="Corbel"/>
              <a:sym typeface="Corbe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D966"/>
        </a:solidFill>
      </p:bgPr>
    </p:bg>
    <p:spTree>
      <p:nvGrpSpPr>
        <p:cNvPr id="293" name="Shape 293"/>
        <p:cNvGrpSpPr/>
        <p:nvPr/>
      </p:nvGrpSpPr>
      <p:grpSpPr>
        <a:xfrm>
          <a:off x="0" y="0"/>
          <a:ext cx="0" cy="0"/>
          <a:chOff x="0" y="0"/>
          <a:chExt cx="0" cy="0"/>
        </a:xfrm>
      </p:grpSpPr>
      <p:sp>
        <p:nvSpPr>
          <p:cNvPr id="294" name="Google Shape;294;p48"/>
          <p:cNvSpPr txBox="1"/>
          <p:nvPr/>
        </p:nvSpPr>
        <p:spPr>
          <a:xfrm>
            <a:off x="106350" y="80950"/>
            <a:ext cx="8931300" cy="537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900">
                <a:solidFill>
                  <a:schemeClr val="dk2"/>
                </a:solidFill>
              </a:rPr>
              <a:t>1 回答柔和使怒消退，言語暴戾觸動怒氣。 2 智慧人的舌善發知識，愚昧人的口吐出愚昧。 3 耶和華的眼目無處不在，惡人善人他都鑒察。 4 溫良的舌是生命樹，乖謬的嘴使人心碎。 5 愚妄人藐視父親的管教，領受責備的得著見識。 6 義人家中多有財寶，惡人得利反受擾害。 7 智慧人的嘴播揚知識，愚昧人的心並不如此。 8 惡人獻祭為耶和華所憎惡，正直人祈禱為他所喜悅。 9 惡人的道路為耶和華所憎惡，追求公義的為他所喜愛。 10 捨棄正路的必受嚴刑，恨惡責備的必致死亡。 11 陰間和滅亡尚在耶和華眼前，何況世人的心呢？</a:t>
            </a:r>
            <a:endParaRPr sz="29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D966"/>
        </a:solidFill>
      </p:bgPr>
    </p:bg>
    <p:spTree>
      <p:nvGrpSpPr>
        <p:cNvPr id="298" name="Shape 298"/>
        <p:cNvGrpSpPr/>
        <p:nvPr/>
      </p:nvGrpSpPr>
      <p:grpSpPr>
        <a:xfrm>
          <a:off x="0" y="0"/>
          <a:ext cx="0" cy="0"/>
          <a:chOff x="0" y="0"/>
          <a:chExt cx="0" cy="0"/>
        </a:xfrm>
      </p:grpSpPr>
      <p:sp>
        <p:nvSpPr>
          <p:cNvPr id="299" name="Google Shape;299;p49"/>
          <p:cNvSpPr txBox="1"/>
          <p:nvPr/>
        </p:nvSpPr>
        <p:spPr>
          <a:xfrm>
            <a:off x="106350" y="80950"/>
            <a:ext cx="8931300" cy="502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50">
                <a:solidFill>
                  <a:schemeClr val="dk2"/>
                </a:solidFill>
              </a:rPr>
              <a:t>1 A gentle answer turns away wrath, but a harsh word stirs up anger.</a:t>
            </a:r>
            <a:endParaRPr sz="1850">
              <a:solidFill>
                <a:schemeClr val="dk2"/>
              </a:solidFill>
            </a:endParaRPr>
          </a:p>
          <a:p>
            <a:pPr indent="0" lvl="0" marL="0" rtl="0" algn="l">
              <a:spcBef>
                <a:spcPts val="0"/>
              </a:spcBef>
              <a:spcAft>
                <a:spcPts val="0"/>
              </a:spcAft>
              <a:buNone/>
            </a:pPr>
            <a:r>
              <a:rPr lang="en" sz="1850">
                <a:solidFill>
                  <a:schemeClr val="dk2"/>
                </a:solidFill>
              </a:rPr>
              <a:t>2 The tongue of the wise adorns knowledge, but the mouth of the fool gushes folly.</a:t>
            </a:r>
            <a:endParaRPr sz="1850">
              <a:solidFill>
                <a:schemeClr val="dk2"/>
              </a:solidFill>
            </a:endParaRPr>
          </a:p>
          <a:p>
            <a:pPr indent="0" lvl="0" marL="0" rtl="0" algn="l">
              <a:spcBef>
                <a:spcPts val="0"/>
              </a:spcBef>
              <a:spcAft>
                <a:spcPts val="0"/>
              </a:spcAft>
              <a:buNone/>
            </a:pPr>
            <a:r>
              <a:rPr lang="en" sz="1850">
                <a:solidFill>
                  <a:schemeClr val="dk2"/>
                </a:solidFill>
              </a:rPr>
              <a:t>3 The eyes of the LORD are everywhere, keeping watch on the wicked and the good.</a:t>
            </a:r>
            <a:endParaRPr sz="1850">
              <a:solidFill>
                <a:schemeClr val="dk2"/>
              </a:solidFill>
            </a:endParaRPr>
          </a:p>
          <a:p>
            <a:pPr indent="0" lvl="0" marL="0" rtl="0" algn="l">
              <a:spcBef>
                <a:spcPts val="0"/>
              </a:spcBef>
              <a:spcAft>
                <a:spcPts val="0"/>
              </a:spcAft>
              <a:buNone/>
            </a:pPr>
            <a:r>
              <a:rPr lang="en" sz="1850">
                <a:solidFill>
                  <a:schemeClr val="dk2"/>
                </a:solidFill>
              </a:rPr>
              <a:t>4 The soothing tongue is a tree of life, but a perverse tongue crushes the spirit.</a:t>
            </a:r>
            <a:endParaRPr sz="1850">
              <a:solidFill>
                <a:schemeClr val="dk2"/>
              </a:solidFill>
            </a:endParaRPr>
          </a:p>
          <a:p>
            <a:pPr indent="0" lvl="0" marL="0" rtl="0" algn="l">
              <a:spcBef>
                <a:spcPts val="0"/>
              </a:spcBef>
              <a:spcAft>
                <a:spcPts val="0"/>
              </a:spcAft>
              <a:buNone/>
            </a:pPr>
            <a:r>
              <a:rPr lang="en" sz="1850">
                <a:solidFill>
                  <a:schemeClr val="dk2"/>
                </a:solidFill>
              </a:rPr>
              <a:t>5 A fool spurns a parent’s discipline, but whoever heeds correction shows prudence.</a:t>
            </a:r>
            <a:endParaRPr sz="1850">
              <a:solidFill>
                <a:schemeClr val="dk2"/>
              </a:solidFill>
            </a:endParaRPr>
          </a:p>
          <a:p>
            <a:pPr indent="0" lvl="0" marL="0" rtl="0" algn="l">
              <a:spcBef>
                <a:spcPts val="0"/>
              </a:spcBef>
              <a:spcAft>
                <a:spcPts val="0"/>
              </a:spcAft>
              <a:buNone/>
            </a:pPr>
            <a:r>
              <a:rPr lang="en" sz="1850">
                <a:solidFill>
                  <a:schemeClr val="dk2"/>
                </a:solidFill>
              </a:rPr>
              <a:t>6 The house of the righteous contains great treasure, but the income of the wicked brings ruin.</a:t>
            </a:r>
            <a:endParaRPr sz="1850">
              <a:solidFill>
                <a:schemeClr val="dk2"/>
              </a:solidFill>
            </a:endParaRPr>
          </a:p>
          <a:p>
            <a:pPr indent="0" lvl="0" marL="0" rtl="0" algn="l">
              <a:spcBef>
                <a:spcPts val="0"/>
              </a:spcBef>
              <a:spcAft>
                <a:spcPts val="0"/>
              </a:spcAft>
              <a:buNone/>
            </a:pPr>
            <a:r>
              <a:rPr lang="en" sz="1850">
                <a:solidFill>
                  <a:schemeClr val="dk2"/>
                </a:solidFill>
              </a:rPr>
              <a:t>7 The lips of the wise spread knowledge, but the hearts of fools are not upright.</a:t>
            </a:r>
            <a:endParaRPr sz="1850">
              <a:solidFill>
                <a:schemeClr val="dk2"/>
              </a:solidFill>
            </a:endParaRPr>
          </a:p>
          <a:p>
            <a:pPr indent="0" lvl="0" marL="0" rtl="0" algn="l">
              <a:spcBef>
                <a:spcPts val="0"/>
              </a:spcBef>
              <a:spcAft>
                <a:spcPts val="0"/>
              </a:spcAft>
              <a:buNone/>
            </a:pPr>
            <a:r>
              <a:rPr lang="en" sz="1850">
                <a:solidFill>
                  <a:schemeClr val="dk2"/>
                </a:solidFill>
              </a:rPr>
              <a:t>8 The LORD detests the sacrifice of the wicked, but the prayer of the upright pleases him.</a:t>
            </a:r>
            <a:endParaRPr sz="1850">
              <a:solidFill>
                <a:schemeClr val="dk2"/>
              </a:solidFill>
            </a:endParaRPr>
          </a:p>
          <a:p>
            <a:pPr indent="0" lvl="0" marL="0" rtl="0" algn="l">
              <a:spcBef>
                <a:spcPts val="0"/>
              </a:spcBef>
              <a:spcAft>
                <a:spcPts val="0"/>
              </a:spcAft>
              <a:buNone/>
            </a:pPr>
            <a:r>
              <a:rPr lang="en" sz="1850">
                <a:solidFill>
                  <a:schemeClr val="dk2"/>
                </a:solidFill>
              </a:rPr>
              <a:t>9 The LORD detests the way of the wicked, but he loves those who pursue righteousness.</a:t>
            </a:r>
            <a:endParaRPr sz="1850">
              <a:solidFill>
                <a:schemeClr val="dk2"/>
              </a:solidFill>
            </a:endParaRPr>
          </a:p>
          <a:p>
            <a:pPr indent="0" lvl="0" marL="0" rtl="0" algn="l">
              <a:spcBef>
                <a:spcPts val="0"/>
              </a:spcBef>
              <a:spcAft>
                <a:spcPts val="0"/>
              </a:spcAft>
              <a:buNone/>
            </a:pPr>
            <a:r>
              <a:rPr lang="en" sz="1850">
                <a:solidFill>
                  <a:schemeClr val="dk2"/>
                </a:solidFill>
              </a:rPr>
              <a:t>10 Stern discipline awaits anyone who leaves the path; the one who hates correction will die.</a:t>
            </a:r>
            <a:endParaRPr sz="1850">
              <a:solidFill>
                <a:schemeClr val="dk2"/>
              </a:solidFill>
            </a:endParaRPr>
          </a:p>
          <a:p>
            <a:pPr indent="0" lvl="0" marL="0" rtl="0" algn="l">
              <a:spcBef>
                <a:spcPts val="0"/>
              </a:spcBef>
              <a:spcAft>
                <a:spcPts val="0"/>
              </a:spcAft>
              <a:buNone/>
            </a:pPr>
            <a:r>
              <a:rPr lang="en" sz="1850">
                <a:solidFill>
                  <a:schemeClr val="dk2"/>
                </a:solidFill>
              </a:rPr>
              <a:t>11 Death and Destruction lie open before the LORD— how much more do human hearts!</a:t>
            </a:r>
            <a:endParaRPr sz="185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303" name="Shape 303"/>
        <p:cNvGrpSpPr/>
        <p:nvPr/>
      </p:nvGrpSpPr>
      <p:grpSpPr>
        <a:xfrm>
          <a:off x="0" y="0"/>
          <a:ext cx="0" cy="0"/>
          <a:chOff x="0" y="0"/>
          <a:chExt cx="0" cy="0"/>
        </a:xfrm>
      </p:grpSpPr>
      <p:sp>
        <p:nvSpPr>
          <p:cNvPr id="304" name="Google Shape;304;p50"/>
          <p:cNvSpPr txBox="1"/>
          <p:nvPr>
            <p:ph idx="4294967295" type="ctrTitle"/>
          </p:nvPr>
        </p:nvSpPr>
        <p:spPr>
          <a:xfrm>
            <a:off x="13500" y="600300"/>
            <a:ext cx="9144000" cy="2268600"/>
          </a:xfrm>
          <a:prstGeom prst="rect">
            <a:avLst/>
          </a:prstGeom>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FF00"/>
                </a:solidFill>
              </a:rPr>
              <a:t>       </a:t>
            </a:r>
            <a:r>
              <a:rPr lang="en" sz="7500">
                <a:solidFill>
                  <a:srgbClr val="FF0000"/>
                </a:solidFill>
                <a:latin typeface="DFKai-SB"/>
                <a:ea typeface="DFKai-SB"/>
                <a:cs typeface="DFKai-SB"/>
                <a:sym typeface="DFKai-SB"/>
              </a:rPr>
              <a:t>敬拜讚美</a:t>
            </a:r>
            <a:endParaRPr sz="7500">
              <a:solidFill>
                <a:srgbClr val="FF0000"/>
              </a:solidFill>
              <a:latin typeface="DFKai-SB"/>
              <a:ea typeface="DFKai-SB"/>
              <a:cs typeface="DFKai-SB"/>
              <a:sym typeface="DFKai-SB"/>
            </a:endParaRPr>
          </a:p>
          <a:p>
            <a:pPr indent="0" lvl="0" marL="0" rtl="0" algn="ctr">
              <a:spcBef>
                <a:spcPts val="0"/>
              </a:spcBef>
              <a:spcAft>
                <a:spcPts val="0"/>
              </a:spcAft>
              <a:buNone/>
            </a:pPr>
            <a:r>
              <a:rPr lang="en" sz="6000">
                <a:solidFill>
                  <a:srgbClr val="0000FF"/>
                </a:solidFill>
                <a:latin typeface="Great Vibes"/>
                <a:ea typeface="Great Vibes"/>
                <a:cs typeface="Great Vibes"/>
                <a:sym typeface="Great Vibes"/>
              </a:rPr>
              <a:t>Praise and Worship</a:t>
            </a:r>
            <a:endParaRPr sz="6000">
              <a:solidFill>
                <a:srgbClr val="0000FF"/>
              </a:solidFill>
              <a:latin typeface="Great Vibes"/>
              <a:ea typeface="Great Vibes"/>
              <a:cs typeface="Great Vibes"/>
              <a:sym typeface="Great Vibes"/>
            </a:endParaRPr>
          </a:p>
          <a:p>
            <a:pPr indent="0" lvl="0" marL="0" rtl="0" algn="ctr">
              <a:spcBef>
                <a:spcPts val="0"/>
              </a:spcBef>
              <a:spcAft>
                <a:spcPts val="0"/>
              </a:spcAft>
              <a:buNone/>
            </a:pPr>
            <a:r>
              <a:t/>
            </a:r>
            <a:endParaRPr sz="2200">
              <a:solidFill>
                <a:srgbClr val="0000FF"/>
              </a:solidFill>
              <a:latin typeface="Great Vibes"/>
              <a:ea typeface="Great Vibes"/>
              <a:cs typeface="Great Vibes"/>
              <a:sym typeface="Great Vibes"/>
            </a:endParaRPr>
          </a:p>
          <a:p>
            <a:pPr indent="0" lvl="0" marL="0" rtl="0" algn="ctr">
              <a:spcBef>
                <a:spcPts val="0"/>
              </a:spcBef>
              <a:spcAft>
                <a:spcPts val="0"/>
              </a:spcAft>
              <a:buNone/>
            </a:pPr>
            <a:r>
              <a:t/>
            </a:r>
            <a:endParaRPr sz="4500">
              <a:solidFill>
                <a:srgbClr val="000000"/>
              </a:solidFill>
              <a:highlight>
                <a:schemeClr val="dk1"/>
              </a:highlight>
              <a:latin typeface="Times New Roman"/>
              <a:ea typeface="Times New Roman"/>
              <a:cs typeface="Times New Roman"/>
              <a:sym typeface="Times New Roman"/>
            </a:endParaRPr>
          </a:p>
          <a:p>
            <a:pPr indent="0" lvl="0" marL="0" rtl="0" algn="l">
              <a:spcBef>
                <a:spcPts val="0"/>
              </a:spcBef>
              <a:spcAft>
                <a:spcPts val="0"/>
              </a:spcAft>
              <a:buNone/>
            </a:pPr>
            <a:r>
              <a:t/>
            </a:r>
            <a:endParaRPr sz="4200">
              <a:highlight>
                <a:srgbClr val="0000FF"/>
              </a:highlight>
              <a:latin typeface="Times New Roman"/>
              <a:ea typeface="Times New Roman"/>
              <a:cs typeface="Times New Roman"/>
              <a:sym typeface="Times New Roman"/>
            </a:endParaRPr>
          </a:p>
          <a:p>
            <a:pPr indent="0" lvl="0" marL="0" rtl="0" algn="ctr">
              <a:spcBef>
                <a:spcPts val="0"/>
              </a:spcBef>
              <a:spcAft>
                <a:spcPts val="0"/>
              </a:spcAft>
              <a:buNone/>
            </a:pPr>
            <a:r>
              <a:t/>
            </a:r>
            <a:endParaRPr sz="5500">
              <a:solidFill>
                <a:srgbClr val="222222"/>
              </a:solidFill>
              <a:highlight>
                <a:srgbClr val="F3F3F3"/>
              </a:highlight>
              <a:latin typeface="Cambria"/>
              <a:ea typeface="Cambria"/>
              <a:cs typeface="Cambria"/>
              <a:sym typeface="Cambria"/>
            </a:endParaRPr>
          </a:p>
          <a:p>
            <a:pPr indent="0" lvl="0" marL="0" rtl="0" algn="ctr">
              <a:spcBef>
                <a:spcPts val="0"/>
              </a:spcBef>
              <a:spcAft>
                <a:spcPts val="0"/>
              </a:spcAft>
              <a:buNone/>
            </a:pPr>
            <a:r>
              <a:t/>
            </a:r>
            <a:endParaRPr sz="2200">
              <a:solidFill>
                <a:srgbClr val="0000FF"/>
              </a:solidFill>
              <a:latin typeface="Great Vibes"/>
              <a:ea typeface="Great Vibes"/>
              <a:cs typeface="Great Vibes"/>
              <a:sym typeface="Great Vibes"/>
            </a:endParaRPr>
          </a:p>
          <a:p>
            <a:pPr indent="0" lvl="0" marL="0" rtl="0" algn="ctr">
              <a:spcBef>
                <a:spcPts val="0"/>
              </a:spcBef>
              <a:spcAft>
                <a:spcPts val="0"/>
              </a:spcAft>
              <a:buNone/>
            </a:pPr>
            <a:r>
              <a:rPr lang="en" sz="4000">
                <a:solidFill>
                  <a:srgbClr val="FFFF00"/>
                </a:solidFill>
              </a:rPr>
              <a:t>               </a:t>
            </a:r>
            <a:endParaRPr sz="4000">
              <a:solidFill>
                <a:srgbClr val="FFFF00"/>
              </a:solidFill>
            </a:endParaRPr>
          </a:p>
          <a:p>
            <a:pPr indent="0" lvl="0" marL="0" rtl="0" algn="ctr">
              <a:spcBef>
                <a:spcPts val="0"/>
              </a:spcBef>
              <a:spcAft>
                <a:spcPts val="0"/>
              </a:spcAft>
              <a:buNone/>
            </a:pPr>
            <a:r>
              <a:t/>
            </a:r>
            <a:endParaRPr sz="5000">
              <a:solidFill>
                <a:srgbClr val="FFFF00"/>
              </a:solidFill>
            </a:endParaRPr>
          </a:p>
          <a:p>
            <a:pPr indent="0" lvl="0" marL="0" rtl="0" algn="ctr">
              <a:spcBef>
                <a:spcPts val="0"/>
              </a:spcBef>
              <a:spcAft>
                <a:spcPts val="0"/>
              </a:spcAft>
              <a:buNone/>
            </a:pPr>
            <a:r>
              <a:t/>
            </a:r>
            <a:endParaRPr sz="9000">
              <a:solidFill>
                <a:srgbClr val="0000FF"/>
              </a:solidFill>
              <a:latin typeface="DFKai-SB"/>
              <a:ea typeface="DFKai-SB"/>
              <a:cs typeface="DFKai-SB"/>
              <a:sym typeface="DFKai-SB"/>
            </a:endParaRPr>
          </a:p>
          <a:p>
            <a:pPr indent="0" lvl="0" marL="0" rtl="0" algn="ctr">
              <a:spcBef>
                <a:spcPts val="0"/>
              </a:spcBef>
              <a:spcAft>
                <a:spcPts val="0"/>
              </a:spcAft>
              <a:buNone/>
            </a:pPr>
            <a:r>
              <a:rPr lang="en" sz="5000">
                <a:solidFill>
                  <a:srgbClr val="FFFF00"/>
                </a:solidFill>
              </a:rPr>
              <a:t>           </a:t>
            </a:r>
            <a:endParaRPr sz="5000">
              <a:solidFill>
                <a:srgbClr val="FFFF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08" name="Shape 308"/>
        <p:cNvGrpSpPr/>
        <p:nvPr/>
      </p:nvGrpSpPr>
      <p:grpSpPr>
        <a:xfrm>
          <a:off x="0" y="0"/>
          <a:ext cx="0" cy="0"/>
          <a:chOff x="0" y="0"/>
          <a:chExt cx="0" cy="0"/>
        </a:xfrm>
      </p:grpSpPr>
      <p:sp>
        <p:nvSpPr>
          <p:cNvPr id="309" name="Google Shape;309;p51"/>
          <p:cNvSpPr txBox="1"/>
          <p:nvPr>
            <p:ph idx="4294967295" type="ctrTitle"/>
          </p:nvPr>
        </p:nvSpPr>
        <p:spPr>
          <a:xfrm>
            <a:off x="630600" y="0"/>
            <a:ext cx="7893000" cy="1990500"/>
          </a:xfrm>
          <a:prstGeom prst="rect">
            <a:avLst/>
          </a:prstGeom>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FF00"/>
                </a:solidFill>
              </a:rPr>
              <a:t>       </a:t>
            </a:r>
            <a:endParaRPr>
              <a:solidFill>
                <a:srgbClr val="FFFF00"/>
              </a:solidFill>
            </a:endParaRPr>
          </a:p>
          <a:p>
            <a:pPr indent="0" lvl="0" marL="0" rtl="0" algn="ctr">
              <a:spcBef>
                <a:spcPts val="0"/>
              </a:spcBef>
              <a:spcAft>
                <a:spcPts val="0"/>
              </a:spcAft>
              <a:buNone/>
            </a:pPr>
            <a:r>
              <a:t/>
            </a:r>
            <a:endParaRPr sz="4000">
              <a:solidFill>
                <a:srgbClr val="FFFF00"/>
              </a:solidFill>
            </a:endParaRPr>
          </a:p>
          <a:p>
            <a:pPr indent="0" lvl="0" marL="0" rtl="0" algn="ctr">
              <a:spcBef>
                <a:spcPts val="0"/>
              </a:spcBef>
              <a:spcAft>
                <a:spcPts val="0"/>
              </a:spcAft>
              <a:buNone/>
            </a:pPr>
            <a:r>
              <a:rPr lang="en" sz="4000">
                <a:solidFill>
                  <a:srgbClr val="FFFF00"/>
                </a:solidFill>
              </a:rPr>
              <a:t>               </a:t>
            </a:r>
            <a:endParaRPr sz="4000">
              <a:solidFill>
                <a:srgbClr val="FFFF00"/>
              </a:solidFill>
            </a:endParaRPr>
          </a:p>
          <a:p>
            <a:pPr indent="0" lvl="0" marL="0" rtl="0" algn="ctr">
              <a:spcBef>
                <a:spcPts val="0"/>
              </a:spcBef>
              <a:spcAft>
                <a:spcPts val="0"/>
              </a:spcAft>
              <a:buNone/>
            </a:pPr>
            <a:r>
              <a:t/>
            </a:r>
            <a:endParaRPr sz="5000">
              <a:solidFill>
                <a:srgbClr val="FFFF00"/>
              </a:solidFill>
            </a:endParaRPr>
          </a:p>
          <a:p>
            <a:pPr indent="0" lvl="0" marL="0" rtl="0" algn="ctr">
              <a:spcBef>
                <a:spcPts val="0"/>
              </a:spcBef>
              <a:spcAft>
                <a:spcPts val="0"/>
              </a:spcAft>
              <a:buNone/>
            </a:pPr>
            <a:r>
              <a:rPr lang="en" sz="9000">
                <a:solidFill>
                  <a:srgbClr val="FFFF00"/>
                </a:solidFill>
                <a:latin typeface="DFKai-SB"/>
                <a:ea typeface="DFKai-SB"/>
                <a:cs typeface="DFKai-SB"/>
                <a:sym typeface="DFKai-SB"/>
              </a:rPr>
              <a:t>敬拜讚美</a:t>
            </a:r>
            <a:endParaRPr sz="9000">
              <a:solidFill>
                <a:srgbClr val="FFFF00"/>
              </a:solidFill>
              <a:latin typeface="DFKai-SB"/>
              <a:ea typeface="DFKai-SB"/>
              <a:cs typeface="DFKai-SB"/>
              <a:sym typeface="DFKai-SB"/>
            </a:endParaRPr>
          </a:p>
          <a:p>
            <a:pPr indent="0" lvl="0" marL="0" rtl="0" algn="ctr">
              <a:spcBef>
                <a:spcPts val="0"/>
              </a:spcBef>
              <a:spcAft>
                <a:spcPts val="0"/>
              </a:spcAft>
              <a:buNone/>
            </a:pPr>
            <a:r>
              <a:rPr lang="en" sz="5000">
                <a:solidFill>
                  <a:srgbClr val="FFFF00"/>
                </a:solidFill>
              </a:rPr>
              <a:t>           </a:t>
            </a:r>
            <a:endParaRPr sz="5000">
              <a:solidFill>
                <a:srgbClr val="FFFF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313" name="Shape 313"/>
        <p:cNvGrpSpPr/>
        <p:nvPr/>
      </p:nvGrpSpPr>
      <p:grpSpPr>
        <a:xfrm>
          <a:off x="0" y="0"/>
          <a:ext cx="0" cy="0"/>
          <a:chOff x="0" y="0"/>
          <a:chExt cx="0" cy="0"/>
        </a:xfrm>
      </p:grpSpPr>
      <p:sp>
        <p:nvSpPr>
          <p:cNvPr id="314" name="Google Shape;314;p52"/>
          <p:cNvSpPr txBox="1"/>
          <p:nvPr/>
        </p:nvSpPr>
        <p:spPr>
          <a:xfrm>
            <a:off x="0" y="0"/>
            <a:ext cx="9144000" cy="6610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t/>
            </a:r>
            <a:endParaRPr b="1" sz="800">
              <a:solidFill>
                <a:srgbClr val="FF0000"/>
              </a:solidFill>
              <a:latin typeface="DFKai-SB"/>
              <a:ea typeface="DFKai-SB"/>
              <a:cs typeface="DFKai-SB"/>
              <a:sym typeface="DFKai-SB"/>
            </a:endParaRPr>
          </a:p>
          <a:p>
            <a:pPr indent="0" lvl="0" marL="0" rtl="0" algn="ctr">
              <a:spcBef>
                <a:spcPts val="0"/>
              </a:spcBef>
              <a:spcAft>
                <a:spcPts val="0"/>
              </a:spcAft>
              <a:buNone/>
            </a:pPr>
            <a:r>
              <a:rPr b="1" lang="en" sz="7500">
                <a:solidFill>
                  <a:srgbClr val="FF0000"/>
                </a:solidFill>
                <a:latin typeface="DFKai-SB"/>
                <a:ea typeface="DFKai-SB"/>
                <a:cs typeface="DFKai-SB"/>
                <a:sym typeface="DFKai-SB"/>
              </a:rPr>
              <a:t>敬拜讚美</a:t>
            </a:r>
            <a:endParaRPr b="1" sz="7500">
              <a:solidFill>
                <a:srgbClr val="FF0000"/>
              </a:solidFill>
              <a:latin typeface="DFKai-SB"/>
              <a:ea typeface="DFKai-SB"/>
              <a:cs typeface="DFKai-SB"/>
              <a:sym typeface="DFKai-SB"/>
            </a:endParaRPr>
          </a:p>
          <a:p>
            <a:pPr indent="0" lvl="0" marL="0" rtl="0" algn="ctr">
              <a:spcBef>
                <a:spcPts val="0"/>
              </a:spcBef>
              <a:spcAft>
                <a:spcPts val="0"/>
              </a:spcAft>
              <a:buNone/>
            </a:pPr>
            <a:r>
              <a:rPr b="1" lang="en" sz="6500">
                <a:solidFill>
                  <a:srgbClr val="FFFF00"/>
                </a:solidFill>
                <a:latin typeface="Great Vibes"/>
                <a:ea typeface="Great Vibes"/>
                <a:cs typeface="Great Vibes"/>
                <a:sym typeface="Great Vibes"/>
              </a:rPr>
              <a:t>Praise and worship</a:t>
            </a:r>
            <a:endParaRPr b="1" sz="6500">
              <a:solidFill>
                <a:srgbClr val="FFFF00"/>
              </a:solidFill>
              <a:latin typeface="Great Vibes"/>
              <a:ea typeface="Great Vibes"/>
              <a:cs typeface="Great Vibes"/>
              <a:sym typeface="Great Vibes"/>
            </a:endParaRPr>
          </a:p>
          <a:p>
            <a:pPr indent="0" lvl="0" marL="0" rtl="0" algn="l">
              <a:spcBef>
                <a:spcPts val="0"/>
              </a:spcBef>
              <a:spcAft>
                <a:spcPts val="0"/>
              </a:spcAft>
              <a:buNone/>
            </a:pPr>
            <a:r>
              <a:t/>
            </a:r>
            <a:endParaRPr b="1" sz="33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3300">
              <a:solidFill>
                <a:schemeClr val="dk1"/>
              </a:solidFill>
              <a:latin typeface="Times New Roman"/>
              <a:ea typeface="Times New Roman"/>
              <a:cs typeface="Times New Roman"/>
              <a:sym typeface="Times New Roman"/>
            </a:endParaRPr>
          </a:p>
          <a:p>
            <a:pPr indent="0" lvl="0" marL="0" rtl="0" algn="ctr">
              <a:spcBef>
                <a:spcPts val="0"/>
              </a:spcBef>
              <a:spcAft>
                <a:spcPts val="0"/>
              </a:spcAft>
              <a:buNone/>
            </a:pPr>
            <a:r>
              <a:t/>
            </a:r>
            <a:endParaRPr b="1" sz="2500">
              <a:highlight>
                <a:schemeClr val="accent5"/>
              </a:highlight>
              <a:latin typeface="DFKai-SB"/>
              <a:ea typeface="DFKai-SB"/>
              <a:cs typeface="DFKai-SB"/>
              <a:sym typeface="DFKai-SB"/>
            </a:endParaRPr>
          </a:p>
          <a:p>
            <a:pPr indent="0" lvl="0" marL="0" rtl="0" algn="ctr">
              <a:lnSpc>
                <a:spcPct val="115000"/>
              </a:lnSpc>
              <a:spcBef>
                <a:spcPts val="0"/>
              </a:spcBef>
              <a:spcAft>
                <a:spcPts val="0"/>
              </a:spcAft>
              <a:buNone/>
            </a:pPr>
            <a:r>
              <a:t/>
            </a:r>
            <a:endParaRPr b="1" sz="4100">
              <a:highlight>
                <a:srgbClr val="FFF2CC"/>
              </a:highlight>
              <a:latin typeface="Lato"/>
              <a:ea typeface="Lato"/>
              <a:cs typeface="Lato"/>
              <a:sym typeface="Lato"/>
            </a:endParaRPr>
          </a:p>
          <a:p>
            <a:pPr indent="0" lvl="0" marL="0" rtl="0" algn="ctr">
              <a:spcBef>
                <a:spcPts val="1600"/>
              </a:spcBef>
              <a:spcAft>
                <a:spcPts val="0"/>
              </a:spcAft>
              <a:buNone/>
            </a:pPr>
            <a:r>
              <a:t/>
            </a:r>
            <a:endParaRPr b="1" sz="4000">
              <a:highlight>
                <a:schemeClr val="accent5"/>
              </a:highlight>
              <a:latin typeface="Times New Roman"/>
              <a:ea typeface="Times New Roman"/>
              <a:cs typeface="Times New Roman"/>
              <a:sym typeface="Times New Roman"/>
            </a:endParaRPr>
          </a:p>
          <a:p>
            <a:pPr indent="0" lvl="0" marL="0" rtl="0" algn="ctr">
              <a:spcBef>
                <a:spcPts val="0"/>
              </a:spcBef>
              <a:spcAft>
                <a:spcPts val="0"/>
              </a:spcAft>
              <a:buNone/>
            </a:pPr>
            <a:r>
              <a:t/>
            </a:r>
            <a:endParaRPr b="1" sz="4600">
              <a:highlight>
                <a:schemeClr val="accent5"/>
              </a:highlight>
              <a:latin typeface="Times New Roman"/>
              <a:ea typeface="Times New Roman"/>
              <a:cs typeface="Times New Roman"/>
              <a:sym typeface="Times New Roman"/>
            </a:endParaRPr>
          </a:p>
          <a:p>
            <a:pPr indent="0" lvl="0" marL="0" rtl="0" algn="ctr">
              <a:spcBef>
                <a:spcPts val="0"/>
              </a:spcBef>
              <a:spcAft>
                <a:spcPts val="0"/>
              </a:spcAft>
              <a:buNone/>
            </a:pPr>
            <a:r>
              <a:t/>
            </a:r>
            <a:endParaRPr b="1" sz="3200">
              <a:highlight>
                <a:srgbClr val="FFD966"/>
              </a:highlight>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318" name="Shape 318"/>
        <p:cNvGrpSpPr/>
        <p:nvPr/>
      </p:nvGrpSpPr>
      <p:grpSpPr>
        <a:xfrm>
          <a:off x="0" y="0"/>
          <a:ext cx="0" cy="0"/>
          <a:chOff x="0" y="0"/>
          <a:chExt cx="0" cy="0"/>
        </a:xfrm>
      </p:grpSpPr>
      <p:sp>
        <p:nvSpPr>
          <p:cNvPr id="319" name="Google Shape;319;p53"/>
          <p:cNvSpPr txBox="1"/>
          <p:nvPr>
            <p:ph idx="4294967295" type="ctrTitle"/>
          </p:nvPr>
        </p:nvSpPr>
        <p:spPr>
          <a:xfrm>
            <a:off x="112775" y="195600"/>
            <a:ext cx="3459900" cy="1853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6400">
                <a:solidFill>
                  <a:srgbClr val="FFFF00"/>
                </a:solidFill>
                <a:latin typeface="Corbel"/>
                <a:ea typeface="Corbel"/>
                <a:cs typeface="Corbel"/>
                <a:sym typeface="Corbel"/>
              </a:rPr>
              <a:t>聖餐</a:t>
            </a:r>
            <a:r>
              <a:rPr lang="en" sz="6400">
                <a:latin typeface="Corbel"/>
                <a:ea typeface="Corbel"/>
                <a:cs typeface="Corbel"/>
                <a:sym typeface="Corbel"/>
              </a:rPr>
              <a:t> </a:t>
            </a:r>
            <a:endParaRPr sz="6400">
              <a:latin typeface="Corbel"/>
              <a:ea typeface="Corbel"/>
              <a:cs typeface="Corbel"/>
              <a:sym typeface="Corbel"/>
            </a:endParaRPr>
          </a:p>
          <a:p>
            <a:pPr indent="0" lvl="0" marL="0" rtl="0" algn="ctr">
              <a:spcBef>
                <a:spcPts val="0"/>
              </a:spcBef>
              <a:spcAft>
                <a:spcPts val="0"/>
              </a:spcAft>
              <a:buNone/>
            </a:pPr>
            <a:r>
              <a:t/>
            </a:r>
            <a:endParaRPr sz="4500">
              <a:solidFill>
                <a:srgbClr val="0000FF"/>
              </a:solidFill>
              <a:highlight>
                <a:schemeClr val="dk1"/>
              </a:highlight>
              <a:latin typeface="Corbel"/>
              <a:ea typeface="Corbel"/>
              <a:cs typeface="Corbel"/>
              <a:sym typeface="Corbel"/>
            </a:endParaRPr>
          </a:p>
          <a:p>
            <a:pPr indent="0" lvl="0" marL="0" rtl="0" algn="l">
              <a:spcBef>
                <a:spcPts val="0"/>
              </a:spcBef>
              <a:spcAft>
                <a:spcPts val="0"/>
              </a:spcAft>
              <a:buNone/>
            </a:pPr>
            <a:r>
              <a:rPr lang="en" sz="4500">
                <a:solidFill>
                  <a:srgbClr val="4A86E8"/>
                </a:solidFill>
                <a:latin typeface="Corbel"/>
                <a:ea typeface="Corbel"/>
                <a:cs typeface="Corbel"/>
                <a:sym typeface="Corbel"/>
              </a:rPr>
              <a:t>哥林多前書11:23-31</a:t>
            </a:r>
            <a:endParaRPr sz="7000">
              <a:solidFill>
                <a:srgbClr val="4A86E8"/>
              </a:solidFill>
              <a:latin typeface="Corbel"/>
              <a:ea typeface="Corbel"/>
              <a:cs typeface="Corbel"/>
              <a:sym typeface="Corbe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800000"/>
        </a:solidFill>
      </p:bgPr>
    </p:bg>
    <p:spTree>
      <p:nvGrpSpPr>
        <p:cNvPr id="323" name="Shape 323"/>
        <p:cNvGrpSpPr/>
        <p:nvPr/>
      </p:nvGrpSpPr>
      <p:grpSpPr>
        <a:xfrm>
          <a:off x="0" y="0"/>
          <a:ext cx="0" cy="0"/>
          <a:chOff x="0" y="0"/>
          <a:chExt cx="0" cy="0"/>
        </a:xfrm>
      </p:grpSpPr>
      <p:sp>
        <p:nvSpPr>
          <p:cNvPr id="324" name="Google Shape;324;p54"/>
          <p:cNvSpPr txBox="1"/>
          <p:nvPr/>
        </p:nvSpPr>
        <p:spPr>
          <a:xfrm>
            <a:off x="0" y="0"/>
            <a:ext cx="9144000" cy="51717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2700">
                <a:solidFill>
                  <a:srgbClr val="FFFFFF"/>
                </a:solidFill>
                <a:latin typeface="Corbel"/>
                <a:ea typeface="Corbel"/>
                <a:cs typeface="Corbel"/>
                <a:sym typeface="Corbel"/>
              </a:rPr>
              <a:t>23 我當日傳給你們的，原是從主領受的，就是主耶穌被賣的那一夜，拿起餅來， 24 祝謝了，就擘開，說：「這是我的身體，為你們捨的，你們應當如此行，為的是記念我。」 25 飯後，也照樣拿起杯來，說：「這杯是用我的血所立的新約，你們每逢喝的時候，要如此行，為的是記念我。」 26 你們每逢吃這餅，喝這杯，是表明主的死，直等到他來</a:t>
            </a:r>
            <a:r>
              <a:rPr lang="en" sz="2700">
                <a:solidFill>
                  <a:srgbClr val="FFFFFF"/>
                </a:solidFill>
                <a:latin typeface="Corbel"/>
                <a:ea typeface="Corbel"/>
                <a:cs typeface="Corbel"/>
                <a:sym typeface="Corbel"/>
              </a:rPr>
              <a:t>。</a:t>
            </a:r>
            <a:r>
              <a:rPr lang="en" sz="2700">
                <a:solidFill>
                  <a:srgbClr val="FFFFFF"/>
                </a:solidFill>
                <a:latin typeface="Corbel"/>
                <a:ea typeface="Corbel"/>
                <a:cs typeface="Corbel"/>
                <a:sym typeface="Corbel"/>
              </a:rPr>
              <a:t>27 所以，無論何人，不按理吃主的餅，喝主的杯，就是干犯主的身、主的血了。 28 人應當自己省察，然後吃這餅、喝這杯。 29 因為人吃喝，若不分辨是</a:t>
            </a:r>
            <a:r>
              <a:rPr i="1" lang="en" sz="2700">
                <a:solidFill>
                  <a:srgbClr val="FFFFFF"/>
                </a:solidFill>
                <a:latin typeface="Corbel"/>
                <a:ea typeface="Corbel"/>
                <a:cs typeface="Corbel"/>
                <a:sym typeface="Corbel"/>
              </a:rPr>
              <a:t>主的</a:t>
            </a:r>
            <a:r>
              <a:rPr lang="en" sz="2700">
                <a:solidFill>
                  <a:srgbClr val="FFFFFF"/>
                </a:solidFill>
                <a:latin typeface="Corbel"/>
                <a:ea typeface="Corbel"/>
                <a:cs typeface="Corbel"/>
                <a:sym typeface="Corbel"/>
              </a:rPr>
              <a:t>身體，就是吃喝自己的罪了。 30 因此，在你們中間有好些軟弱的與患病的，死的也不少。 31 我們若是先分辨自己，就不至於受審。</a:t>
            </a:r>
            <a:endParaRPr sz="2700">
              <a:solidFill>
                <a:srgbClr val="FFFFFF"/>
              </a:solidFill>
              <a:latin typeface="Corbel"/>
              <a:ea typeface="Corbel"/>
              <a:cs typeface="Corbel"/>
              <a:sym typeface="Corbe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800000"/>
        </a:solidFill>
      </p:bgPr>
    </p:bg>
    <p:spTree>
      <p:nvGrpSpPr>
        <p:cNvPr id="328" name="Shape 328"/>
        <p:cNvGrpSpPr/>
        <p:nvPr/>
      </p:nvGrpSpPr>
      <p:grpSpPr>
        <a:xfrm>
          <a:off x="0" y="0"/>
          <a:ext cx="0" cy="0"/>
          <a:chOff x="0" y="0"/>
          <a:chExt cx="0" cy="0"/>
        </a:xfrm>
      </p:grpSpPr>
      <p:sp>
        <p:nvSpPr>
          <p:cNvPr id="329" name="Google Shape;329;p55"/>
          <p:cNvSpPr txBox="1"/>
          <p:nvPr/>
        </p:nvSpPr>
        <p:spPr>
          <a:xfrm>
            <a:off x="0" y="-64100"/>
            <a:ext cx="9144000" cy="4925400"/>
          </a:xfrm>
          <a:prstGeom prst="rect">
            <a:avLst/>
          </a:prstGeom>
          <a:solidFill>
            <a:srgbClr val="800000"/>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3000">
                <a:solidFill>
                  <a:srgbClr val="FFFFFF"/>
                </a:solidFill>
                <a:latin typeface="Corbel"/>
                <a:ea typeface="Corbel"/>
                <a:cs typeface="Corbel"/>
                <a:sym typeface="Corbel"/>
              </a:rPr>
              <a:t>23 For I received from the Lord what I also passed on to you: The Lord </a:t>
            </a:r>
            <a:r>
              <a:rPr lang="en" sz="3100">
                <a:solidFill>
                  <a:srgbClr val="FFFFFF"/>
                </a:solidFill>
                <a:latin typeface="Corbel"/>
                <a:ea typeface="Corbel"/>
                <a:cs typeface="Corbel"/>
                <a:sym typeface="Corbel"/>
              </a:rPr>
              <a:t>Jesus, on the night he was betrayed, took bread, 24 and when he had given thanks, he broke it and said, “This is my body, which is for you; do this in </a:t>
            </a:r>
            <a:r>
              <a:rPr lang="en" sz="3000">
                <a:solidFill>
                  <a:srgbClr val="FFFFFF"/>
                </a:solidFill>
                <a:latin typeface="Corbel"/>
                <a:ea typeface="Corbel"/>
                <a:cs typeface="Corbel"/>
                <a:sym typeface="Corbel"/>
              </a:rPr>
              <a:t>remembrance of me.”25 In the same way, after supper he took the cup, </a:t>
            </a:r>
            <a:r>
              <a:rPr lang="en" sz="3100">
                <a:solidFill>
                  <a:srgbClr val="FFFFFF"/>
                </a:solidFill>
                <a:latin typeface="Corbel"/>
                <a:ea typeface="Corbel"/>
                <a:cs typeface="Corbel"/>
                <a:sym typeface="Corbel"/>
              </a:rPr>
              <a:t>saying, “This cup is the new covenant in my blood; do this, whenever you drink it, in remembrance of me.”26 For whenever you eat this bread and drink this cup, you proclaim the Lord’s death until he comes.  (Next Page)</a:t>
            </a:r>
            <a:endParaRPr sz="2800">
              <a:solidFill>
                <a:srgbClr val="FFFFFF"/>
              </a:solidFill>
              <a:latin typeface="Corbel"/>
              <a:ea typeface="Corbel"/>
              <a:cs typeface="Corbel"/>
              <a:sym typeface="Corbe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800000"/>
        </a:solidFill>
      </p:bgPr>
    </p:bg>
    <p:spTree>
      <p:nvGrpSpPr>
        <p:cNvPr id="333" name="Shape 333"/>
        <p:cNvGrpSpPr/>
        <p:nvPr/>
      </p:nvGrpSpPr>
      <p:grpSpPr>
        <a:xfrm>
          <a:off x="0" y="0"/>
          <a:ext cx="0" cy="0"/>
          <a:chOff x="0" y="0"/>
          <a:chExt cx="0" cy="0"/>
        </a:xfrm>
      </p:grpSpPr>
      <p:sp>
        <p:nvSpPr>
          <p:cNvPr id="334" name="Google Shape;334;p56"/>
          <p:cNvSpPr txBox="1"/>
          <p:nvPr/>
        </p:nvSpPr>
        <p:spPr>
          <a:xfrm>
            <a:off x="0" y="0"/>
            <a:ext cx="9144000" cy="4740900"/>
          </a:xfrm>
          <a:prstGeom prst="rect">
            <a:avLst/>
          </a:prstGeom>
          <a:solidFill>
            <a:srgbClr val="800000"/>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3000">
                <a:solidFill>
                  <a:srgbClr val="FFFFFF"/>
                </a:solidFill>
                <a:latin typeface="Corbel"/>
                <a:ea typeface="Corbel"/>
                <a:cs typeface="Corbel"/>
                <a:sym typeface="Corbel"/>
              </a:rPr>
              <a:t>27 So then, whoever eats the bread or drinks the cup of the Lord in an unworthy manner </a:t>
            </a:r>
            <a:r>
              <a:rPr lang="en" sz="2950">
                <a:solidFill>
                  <a:srgbClr val="FFFFFF"/>
                </a:solidFill>
                <a:latin typeface="Corbel"/>
                <a:ea typeface="Corbel"/>
                <a:cs typeface="Corbel"/>
                <a:sym typeface="Corbel"/>
              </a:rPr>
              <a:t>will be guilty of sinning against the body and blood of the Lord. 28</a:t>
            </a:r>
            <a:r>
              <a:rPr lang="en" sz="3000">
                <a:solidFill>
                  <a:srgbClr val="FFFFFF"/>
                </a:solidFill>
                <a:latin typeface="Corbel"/>
                <a:ea typeface="Corbel"/>
                <a:cs typeface="Corbel"/>
                <a:sym typeface="Corbel"/>
              </a:rPr>
              <a:t> Everyone ought to examine themselves before they eat of the bread and drink from the cup. 29 For those who eat and drink without discerning the body of Christ eat and drink judgment on themselves. 30 That is why many </a:t>
            </a:r>
            <a:r>
              <a:rPr lang="en" sz="2900">
                <a:solidFill>
                  <a:srgbClr val="FFFFFF"/>
                </a:solidFill>
                <a:latin typeface="Corbel"/>
                <a:ea typeface="Corbel"/>
                <a:cs typeface="Corbel"/>
                <a:sym typeface="Corbel"/>
              </a:rPr>
              <a:t>among you are weak and sick, and a number of you have fallen asleep. 31 </a:t>
            </a:r>
            <a:r>
              <a:rPr lang="en" sz="3000">
                <a:solidFill>
                  <a:srgbClr val="FFFFFF"/>
                </a:solidFill>
                <a:latin typeface="Corbel"/>
                <a:ea typeface="Corbel"/>
                <a:cs typeface="Corbel"/>
                <a:sym typeface="Corbel"/>
              </a:rPr>
              <a:t>But if we were </a:t>
            </a:r>
            <a:r>
              <a:rPr lang="en" sz="2700">
                <a:solidFill>
                  <a:srgbClr val="FFFFFF"/>
                </a:solidFill>
                <a:latin typeface="Corbel"/>
                <a:ea typeface="Corbel"/>
                <a:cs typeface="Corbel"/>
                <a:sym typeface="Corbel"/>
              </a:rPr>
              <a:t>more discerning with regard to ourselves, we would not come under such judgment.</a:t>
            </a:r>
            <a:endParaRPr sz="2700">
              <a:solidFill>
                <a:srgbClr val="FFFFFF"/>
              </a:solidFill>
              <a:latin typeface="Corbel"/>
              <a:ea typeface="Corbel"/>
              <a:cs typeface="Corbel"/>
              <a:sym typeface="Corbe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38" name="Shape 338"/>
        <p:cNvGrpSpPr/>
        <p:nvPr/>
      </p:nvGrpSpPr>
      <p:grpSpPr>
        <a:xfrm>
          <a:off x="0" y="0"/>
          <a:ext cx="0" cy="0"/>
          <a:chOff x="0" y="0"/>
          <a:chExt cx="0" cy="0"/>
        </a:xfrm>
      </p:grpSpPr>
      <p:sp>
        <p:nvSpPr>
          <p:cNvPr id="339" name="Google Shape;339;p57"/>
          <p:cNvSpPr txBox="1"/>
          <p:nvPr>
            <p:ph idx="4294967295" type="title"/>
          </p:nvPr>
        </p:nvSpPr>
        <p:spPr>
          <a:xfrm>
            <a:off x="1412950" y="405025"/>
            <a:ext cx="7126800" cy="15246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3780"/>
              <a:buFont typeface="Microsoft JhengHei"/>
              <a:buNone/>
            </a:pPr>
            <a:r>
              <a:rPr lang="en" sz="4000">
                <a:solidFill>
                  <a:srgbClr val="CC0000"/>
                </a:solidFill>
                <a:latin typeface="Corbel"/>
                <a:ea typeface="Corbel"/>
                <a:cs typeface="Corbel"/>
                <a:sym typeface="Corbel"/>
              </a:rPr>
              <a:t>   </a:t>
            </a:r>
            <a:r>
              <a:rPr lang="en" sz="4000">
                <a:solidFill>
                  <a:srgbClr val="0000FF"/>
                </a:solidFill>
                <a:latin typeface="Corbel"/>
                <a:ea typeface="Corbel"/>
                <a:cs typeface="Corbel"/>
                <a:sym typeface="Corbel"/>
              </a:rPr>
              <a:t>Welcome!</a:t>
            </a:r>
            <a:br>
              <a:rPr lang="en" sz="4000">
                <a:solidFill>
                  <a:srgbClr val="0000FF"/>
                </a:solidFill>
                <a:latin typeface="Corbel"/>
                <a:ea typeface="Corbel"/>
                <a:cs typeface="Corbel"/>
                <a:sym typeface="Corbel"/>
              </a:rPr>
            </a:br>
            <a:r>
              <a:rPr lang="en" sz="3400">
                <a:solidFill>
                  <a:srgbClr val="0000FF"/>
                </a:solidFill>
                <a:latin typeface="DFKai-SB"/>
                <a:ea typeface="DFKai-SB"/>
                <a:cs typeface="DFKai-SB"/>
                <a:sym typeface="DFKai-SB"/>
              </a:rPr>
              <a:t>歡迎新朋友, 一次歡迎, 永遠歡迎!</a:t>
            </a:r>
            <a:endParaRPr sz="3400">
              <a:solidFill>
                <a:srgbClr val="0000FF"/>
              </a:solidFill>
              <a:latin typeface="DFKai-SB"/>
              <a:ea typeface="DFKai-SB"/>
              <a:cs typeface="DFKai-SB"/>
              <a:sym typeface="DFKai-SB"/>
            </a:endParaRPr>
          </a:p>
        </p:txBody>
      </p:sp>
      <p:sp>
        <p:nvSpPr>
          <p:cNvPr id="340" name="Google Shape;340;p57"/>
          <p:cNvSpPr txBox="1"/>
          <p:nvPr>
            <p:ph idx="4294967295" type="body"/>
          </p:nvPr>
        </p:nvSpPr>
        <p:spPr>
          <a:xfrm>
            <a:off x="0" y="2094050"/>
            <a:ext cx="9144000" cy="2658000"/>
          </a:xfrm>
          <a:prstGeom prst="rect">
            <a:avLst/>
          </a:prstGeom>
          <a:noFill/>
          <a:ln cap="flat" cmpd="sng" w="9525">
            <a:solidFill>
              <a:schemeClr val="accent2"/>
            </a:solidFill>
            <a:prstDash val="dot"/>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SzPts val="4163"/>
              <a:buNone/>
            </a:pPr>
            <a:r>
              <a:rPr b="1" lang="en" sz="4100">
                <a:solidFill>
                  <a:srgbClr val="000000"/>
                </a:solidFill>
                <a:latin typeface="DFKai-SB"/>
                <a:ea typeface="DFKai-SB"/>
                <a:cs typeface="DFKai-SB"/>
                <a:sym typeface="DFKai-SB"/>
              </a:rPr>
              <a:t>歡迎新來的朋友們!</a:t>
            </a:r>
            <a:endParaRPr b="1" sz="4100">
              <a:solidFill>
                <a:srgbClr val="000000"/>
              </a:solidFill>
              <a:latin typeface="DFKai-SB"/>
              <a:ea typeface="DFKai-SB"/>
              <a:cs typeface="DFKai-SB"/>
              <a:sym typeface="DFKai-SB"/>
            </a:endParaRPr>
          </a:p>
          <a:p>
            <a:pPr indent="0" lvl="0" marL="0" rtl="0" algn="ctr">
              <a:spcBef>
                <a:spcPts val="1600"/>
              </a:spcBef>
              <a:spcAft>
                <a:spcPts val="0"/>
              </a:spcAft>
              <a:buSzPts val="4163"/>
              <a:buNone/>
            </a:pPr>
            <a:r>
              <a:rPr b="1" lang="en" sz="4100">
                <a:solidFill>
                  <a:srgbClr val="000000"/>
                </a:solidFill>
                <a:latin typeface="DFKai-SB"/>
                <a:ea typeface="DFKai-SB"/>
                <a:cs typeface="DFKai-SB"/>
                <a:sym typeface="DFKai-SB"/>
              </a:rPr>
              <a:t>假如您還沒有一個固定的教會,</a:t>
            </a:r>
            <a:endParaRPr b="1" sz="4100">
              <a:solidFill>
                <a:srgbClr val="000000"/>
              </a:solidFill>
              <a:latin typeface="DFKai-SB"/>
              <a:ea typeface="DFKai-SB"/>
              <a:cs typeface="DFKai-SB"/>
              <a:sym typeface="DFKai-SB"/>
            </a:endParaRPr>
          </a:p>
          <a:p>
            <a:pPr indent="0" lvl="0" marL="0" rtl="0" algn="ctr">
              <a:spcBef>
                <a:spcPts val="1600"/>
              </a:spcBef>
              <a:spcAft>
                <a:spcPts val="1600"/>
              </a:spcAft>
              <a:buSzPts val="4163"/>
              <a:buNone/>
            </a:pPr>
            <a:r>
              <a:rPr b="1" lang="en" sz="4100">
                <a:solidFill>
                  <a:srgbClr val="000000"/>
                </a:solidFill>
                <a:latin typeface="DFKai-SB"/>
                <a:ea typeface="DFKai-SB"/>
                <a:cs typeface="DFKai-SB"/>
                <a:sym typeface="DFKai-SB"/>
              </a:rPr>
              <a:t>歡迎您加入我們的家庭!</a:t>
            </a:r>
            <a:endParaRPr b="1" sz="4100">
              <a:solidFill>
                <a:srgbClr val="000000"/>
              </a:solidFill>
              <a:latin typeface="DFKai-SB"/>
              <a:ea typeface="DFKai-SB"/>
              <a:cs typeface="DFKai-SB"/>
              <a:sym typeface="DFKai-SB"/>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44" name="Shape 344"/>
        <p:cNvGrpSpPr/>
        <p:nvPr/>
      </p:nvGrpSpPr>
      <p:grpSpPr>
        <a:xfrm>
          <a:off x="0" y="0"/>
          <a:ext cx="0" cy="0"/>
          <a:chOff x="0" y="0"/>
          <a:chExt cx="0" cy="0"/>
        </a:xfrm>
      </p:grpSpPr>
      <p:sp>
        <p:nvSpPr>
          <p:cNvPr id="345" name="Google Shape;345;p58"/>
          <p:cNvSpPr txBox="1"/>
          <p:nvPr>
            <p:ph idx="4294967295" type="ctrTitle"/>
          </p:nvPr>
        </p:nvSpPr>
        <p:spPr>
          <a:xfrm>
            <a:off x="0" y="0"/>
            <a:ext cx="9144000" cy="209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sz="1800">
              <a:solidFill>
                <a:srgbClr val="0000FF"/>
              </a:solidFill>
              <a:highlight>
                <a:srgbClr val="EFEFEF"/>
              </a:highlight>
              <a:latin typeface="Corbel"/>
              <a:ea typeface="Corbel"/>
              <a:cs typeface="Corbel"/>
              <a:sym typeface="Corbel"/>
            </a:endParaRPr>
          </a:p>
          <a:p>
            <a:pPr indent="0" lvl="0" marL="0" rtl="0" algn="ctr">
              <a:spcBef>
                <a:spcPts val="0"/>
              </a:spcBef>
              <a:spcAft>
                <a:spcPts val="0"/>
              </a:spcAft>
              <a:buNone/>
            </a:pPr>
            <a:r>
              <a:rPr lang="en" sz="4500">
                <a:solidFill>
                  <a:srgbClr val="0000FF"/>
                </a:solidFill>
                <a:latin typeface="Corbel"/>
                <a:ea typeface="Corbel"/>
                <a:cs typeface="Corbel"/>
                <a:sym typeface="Corbel"/>
              </a:rPr>
              <a:t>為青少年與兒童祝福禱告</a:t>
            </a:r>
            <a:endParaRPr sz="4500">
              <a:solidFill>
                <a:srgbClr val="0000FF"/>
              </a:solidFill>
              <a:latin typeface="Corbel"/>
              <a:ea typeface="Corbel"/>
              <a:cs typeface="Corbel"/>
              <a:sym typeface="Corbel"/>
            </a:endParaRPr>
          </a:p>
          <a:p>
            <a:pPr indent="0" lvl="0" marL="0" rtl="0" algn="ctr">
              <a:spcBef>
                <a:spcPts val="0"/>
              </a:spcBef>
              <a:spcAft>
                <a:spcPts val="0"/>
              </a:spcAft>
              <a:buNone/>
            </a:pPr>
            <a:r>
              <a:rPr lang="en" sz="4000">
                <a:solidFill>
                  <a:srgbClr val="FFFF00"/>
                </a:solidFill>
                <a:latin typeface="Corbel"/>
                <a:ea typeface="Corbel"/>
                <a:cs typeface="Corbel"/>
                <a:sym typeface="Corbel"/>
              </a:rPr>
              <a:t>Prayer for Youth and Children</a:t>
            </a:r>
            <a:endParaRPr sz="4000">
              <a:solidFill>
                <a:srgbClr val="FFFF00"/>
              </a:solidFill>
              <a:latin typeface="Corbel"/>
              <a:ea typeface="Corbel"/>
              <a:cs typeface="Corbel"/>
              <a:sym typeface="Corbel"/>
            </a:endParaRPr>
          </a:p>
          <a:p>
            <a:pPr indent="0" lvl="0" marL="0" rtl="0" algn="ctr">
              <a:spcBef>
                <a:spcPts val="0"/>
              </a:spcBef>
              <a:spcAft>
                <a:spcPts val="0"/>
              </a:spcAft>
              <a:buNone/>
            </a:pPr>
            <a:r>
              <a:t/>
            </a:r>
            <a:endParaRPr sz="4000">
              <a:solidFill>
                <a:srgbClr val="FFFF00"/>
              </a:solidFill>
              <a:highlight>
                <a:srgbClr val="FCE5CD"/>
              </a:highlight>
              <a:latin typeface="Corbel"/>
              <a:ea typeface="Corbel"/>
              <a:cs typeface="Corbel"/>
              <a:sym typeface="Corbel"/>
            </a:endParaRPr>
          </a:p>
          <a:p>
            <a:pPr indent="0" lvl="0" marL="0" rtl="0" algn="ctr">
              <a:spcBef>
                <a:spcPts val="0"/>
              </a:spcBef>
              <a:spcAft>
                <a:spcPts val="0"/>
              </a:spcAft>
              <a:buNone/>
            </a:pPr>
            <a:r>
              <a:t/>
            </a:r>
            <a:endParaRPr sz="4300">
              <a:solidFill>
                <a:srgbClr val="000000"/>
              </a:solidFill>
              <a:highlight>
                <a:schemeClr val="dk1"/>
              </a:highlight>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349" name="Shape 349"/>
        <p:cNvGrpSpPr/>
        <p:nvPr/>
      </p:nvGrpSpPr>
      <p:grpSpPr>
        <a:xfrm>
          <a:off x="0" y="0"/>
          <a:ext cx="0" cy="0"/>
          <a:chOff x="0" y="0"/>
          <a:chExt cx="0" cy="0"/>
        </a:xfrm>
      </p:grpSpPr>
      <p:sp>
        <p:nvSpPr>
          <p:cNvPr id="350" name="Google Shape;350;p59"/>
          <p:cNvSpPr txBox="1"/>
          <p:nvPr/>
        </p:nvSpPr>
        <p:spPr>
          <a:xfrm>
            <a:off x="0" y="0"/>
            <a:ext cx="9144000" cy="1954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6200">
                <a:latin typeface="Corbel"/>
                <a:ea typeface="Corbel"/>
                <a:cs typeface="Corbel"/>
                <a:sym typeface="Corbel"/>
              </a:rPr>
              <a:t>主日</a:t>
            </a:r>
            <a:r>
              <a:rPr b="1" lang="en" sz="5800">
                <a:latin typeface="Corbel"/>
                <a:ea typeface="Corbel"/>
                <a:cs typeface="Corbel"/>
                <a:sym typeface="Corbel"/>
              </a:rPr>
              <a:t>見證週</a:t>
            </a:r>
            <a:endParaRPr b="1" sz="5800">
              <a:latin typeface="Corbel"/>
              <a:ea typeface="Corbel"/>
              <a:cs typeface="Corbel"/>
              <a:sym typeface="Corbel"/>
            </a:endParaRPr>
          </a:p>
          <a:p>
            <a:pPr indent="0" lvl="0" marL="0" rtl="0" algn="ctr">
              <a:spcBef>
                <a:spcPts val="0"/>
              </a:spcBef>
              <a:spcAft>
                <a:spcPts val="0"/>
              </a:spcAft>
              <a:buNone/>
            </a:pPr>
            <a:r>
              <a:rPr b="1" lang="en" sz="5300">
                <a:latin typeface="Corbel"/>
                <a:ea typeface="Corbel"/>
                <a:cs typeface="Corbel"/>
                <a:sym typeface="Corbel"/>
              </a:rPr>
              <a:t>Testimony Week</a:t>
            </a:r>
            <a:endParaRPr b="1" sz="5300">
              <a:latin typeface="Corbel"/>
              <a:ea typeface="Corbel"/>
              <a:cs typeface="Corbel"/>
              <a:sym typeface="Corbe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54" name="Shape 354"/>
        <p:cNvGrpSpPr/>
        <p:nvPr/>
      </p:nvGrpSpPr>
      <p:grpSpPr>
        <a:xfrm>
          <a:off x="0" y="0"/>
          <a:ext cx="0" cy="0"/>
          <a:chOff x="0" y="0"/>
          <a:chExt cx="0" cy="0"/>
        </a:xfrm>
      </p:grpSpPr>
      <p:sp>
        <p:nvSpPr>
          <p:cNvPr id="355" name="Google Shape;355;p60"/>
          <p:cNvSpPr txBox="1"/>
          <p:nvPr>
            <p:ph idx="4294967295" type="ctrTitle"/>
          </p:nvPr>
        </p:nvSpPr>
        <p:spPr>
          <a:xfrm>
            <a:off x="863125" y="1422339"/>
            <a:ext cx="7136700" cy="1022400"/>
          </a:xfrm>
          <a:prstGeom prst="rect">
            <a:avLst/>
          </a:prstGeom>
          <a:noFill/>
        </p:spPr>
        <p:txBody>
          <a:bodyPr anchorCtr="0" anchor="t" bIns="91425" lIns="91425" spcFirstLastPara="1" rIns="91425" wrap="square" tIns="91425">
            <a:noAutofit/>
          </a:bodyPr>
          <a:lstStyle/>
          <a:p>
            <a:pPr indent="0" lvl="0" marL="0" rtl="0" algn="ctr">
              <a:spcBef>
                <a:spcPts val="0"/>
              </a:spcBef>
              <a:spcAft>
                <a:spcPts val="0"/>
              </a:spcAft>
              <a:buNone/>
            </a:pPr>
            <a:r>
              <a:rPr lang="en" sz="7200">
                <a:solidFill>
                  <a:srgbClr val="000000"/>
                </a:solidFill>
                <a:latin typeface="DFKai-SB"/>
                <a:ea typeface="DFKai-SB"/>
                <a:cs typeface="DFKai-SB"/>
                <a:sym typeface="DFKai-SB"/>
              </a:rPr>
              <a:t>主日信息</a:t>
            </a:r>
            <a:r>
              <a:rPr lang="en" sz="6800">
                <a:latin typeface="Corbel"/>
                <a:ea typeface="Corbel"/>
                <a:cs typeface="Corbel"/>
                <a:sym typeface="Corbel"/>
              </a:rPr>
              <a:t>  </a:t>
            </a:r>
            <a:endParaRPr sz="2000">
              <a:solidFill>
                <a:srgbClr val="000000"/>
              </a:solidFill>
              <a:latin typeface="Arial"/>
              <a:ea typeface="Arial"/>
              <a:cs typeface="Arial"/>
              <a:sym typeface="Arial"/>
            </a:endParaRPr>
          </a:p>
          <a:p>
            <a:pPr indent="0" lvl="0" marL="0" rtl="0" algn="ctr">
              <a:spcBef>
                <a:spcPts val="0"/>
              </a:spcBef>
              <a:spcAft>
                <a:spcPts val="0"/>
              </a:spcAft>
              <a:buNone/>
            </a:pPr>
            <a:r>
              <a:t/>
            </a:r>
            <a:endParaRPr sz="3900">
              <a:latin typeface="DFKai-SB"/>
              <a:ea typeface="DFKai-SB"/>
              <a:cs typeface="DFKai-SB"/>
              <a:sym typeface="DFKai-SB"/>
            </a:endParaRPr>
          </a:p>
          <a:p>
            <a:pPr indent="0" lvl="0" marL="0" rtl="0" algn="ctr">
              <a:spcBef>
                <a:spcPts val="0"/>
              </a:spcBef>
              <a:spcAft>
                <a:spcPts val="0"/>
              </a:spcAft>
              <a:buNone/>
            </a:pPr>
            <a:r>
              <a:t/>
            </a:r>
            <a:endParaRPr sz="3000">
              <a:solidFill>
                <a:srgbClr val="000000"/>
              </a:solidFill>
              <a:latin typeface="Times New Roman"/>
              <a:ea typeface="Times New Roman"/>
              <a:cs typeface="Times New Roman"/>
              <a:sym typeface="Times New Roman"/>
            </a:endParaRPr>
          </a:p>
          <a:p>
            <a:pPr indent="0" lvl="0" marL="0" rtl="0" algn="ctr">
              <a:lnSpc>
                <a:spcPct val="115000"/>
              </a:lnSpc>
              <a:spcBef>
                <a:spcPts val="0"/>
              </a:spcBef>
              <a:spcAft>
                <a:spcPts val="1600"/>
              </a:spcAft>
              <a:buNone/>
            </a:pPr>
            <a:r>
              <a:t/>
            </a:r>
            <a:endParaRPr sz="5500">
              <a:solidFill>
                <a:srgbClr val="000000"/>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ACCCC"/>
            </a:gs>
            <a:gs pos="100000">
              <a:srgbClr val="EA5959"/>
            </a:gs>
          </a:gsLst>
          <a:path path="circle">
            <a:fillToRect b="50%" l="50%" r="50%" t="50%"/>
          </a:path>
          <a:tileRect/>
        </a:gradFill>
      </p:bgPr>
    </p:bg>
    <p:spTree>
      <p:nvGrpSpPr>
        <p:cNvPr id="359" name="Shape 359"/>
        <p:cNvGrpSpPr/>
        <p:nvPr/>
      </p:nvGrpSpPr>
      <p:grpSpPr>
        <a:xfrm>
          <a:off x="0" y="0"/>
          <a:ext cx="0" cy="0"/>
          <a:chOff x="0" y="0"/>
          <a:chExt cx="0" cy="0"/>
        </a:xfrm>
      </p:grpSpPr>
      <p:sp>
        <p:nvSpPr>
          <p:cNvPr id="360" name="Google Shape;360;p61"/>
          <p:cNvSpPr txBox="1"/>
          <p:nvPr/>
        </p:nvSpPr>
        <p:spPr>
          <a:xfrm>
            <a:off x="0" y="2102250"/>
            <a:ext cx="3974700" cy="100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4900">
                <a:solidFill>
                  <a:srgbClr val="0000FF"/>
                </a:solidFill>
                <a:latin typeface="Corbel"/>
                <a:ea typeface="Corbel"/>
                <a:cs typeface="Corbel"/>
                <a:sym typeface="Corbel"/>
              </a:rPr>
              <a:t>    </a:t>
            </a:r>
            <a:r>
              <a:rPr b="1" lang="en" sz="5300">
                <a:solidFill>
                  <a:srgbClr val="660000"/>
                </a:solidFill>
                <a:latin typeface="DFKai-SB"/>
                <a:ea typeface="DFKai-SB"/>
                <a:cs typeface="DFKai-SB"/>
                <a:sym typeface="DFKai-SB"/>
              </a:rPr>
              <a:t>大家庭</a:t>
            </a:r>
            <a:r>
              <a:rPr b="1" lang="en" sz="3500">
                <a:solidFill>
                  <a:srgbClr val="660000"/>
                </a:solidFill>
                <a:latin typeface="DFKai-SB"/>
                <a:ea typeface="DFKai-SB"/>
                <a:cs typeface="DFKai-SB"/>
                <a:sym typeface="DFKai-SB"/>
              </a:rPr>
              <a:t>時間</a:t>
            </a:r>
            <a:endParaRPr sz="500">
              <a:solidFill>
                <a:srgbClr val="660000"/>
              </a:solidFill>
              <a:latin typeface="DFKai-SB"/>
              <a:ea typeface="DFKai-SB"/>
              <a:cs typeface="DFKai-SB"/>
              <a:sym typeface="DFKai-SB"/>
            </a:endParaRPr>
          </a:p>
        </p:txBody>
      </p:sp>
      <p:sp>
        <p:nvSpPr>
          <p:cNvPr id="361" name="Google Shape;361;p61"/>
          <p:cNvSpPr txBox="1"/>
          <p:nvPr/>
        </p:nvSpPr>
        <p:spPr>
          <a:xfrm>
            <a:off x="0" y="0"/>
            <a:ext cx="9144000" cy="877200"/>
          </a:xfrm>
          <a:prstGeom prst="rect">
            <a:avLst/>
          </a:prstGeom>
          <a:solidFill>
            <a:srgbClr val="0000F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3800">
                <a:solidFill>
                  <a:schemeClr val="accent6"/>
                </a:solidFill>
                <a:latin typeface="DFKai-SB"/>
                <a:ea typeface="DFKai-SB"/>
                <a:cs typeface="DFKai-SB"/>
                <a:sym typeface="DFKai-SB"/>
              </a:rPr>
              <a:t>神羔羊基督</a:t>
            </a:r>
            <a:r>
              <a:rPr b="1" lang="en" sz="3200">
                <a:solidFill>
                  <a:schemeClr val="accent6"/>
                </a:solidFill>
                <a:latin typeface="DFKai-SB"/>
                <a:ea typeface="DFKai-SB"/>
                <a:cs typeface="DFKai-SB"/>
                <a:sym typeface="DFKai-SB"/>
              </a:rPr>
              <a:t>的教會</a:t>
            </a:r>
            <a:r>
              <a:rPr b="1" lang="en" sz="3000">
                <a:solidFill>
                  <a:schemeClr val="accent6"/>
                </a:solidFill>
                <a:latin typeface="Corbel"/>
                <a:ea typeface="Corbel"/>
                <a:cs typeface="Corbel"/>
                <a:sym typeface="Corbel"/>
              </a:rPr>
              <a:t>   </a:t>
            </a:r>
            <a:r>
              <a:rPr b="1" lang="en" sz="3300">
                <a:solidFill>
                  <a:schemeClr val="dk1"/>
                </a:solidFill>
                <a:latin typeface="Times New Roman"/>
                <a:ea typeface="Times New Roman"/>
                <a:cs typeface="Times New Roman"/>
                <a:sym typeface="Times New Roman"/>
              </a:rPr>
              <a:t>Lamb of God Church of PA</a:t>
            </a:r>
            <a:r>
              <a:rPr b="1" lang="en" sz="3200">
                <a:solidFill>
                  <a:schemeClr val="dk1"/>
                </a:solidFill>
                <a:latin typeface="Corbel"/>
                <a:ea typeface="Corbel"/>
                <a:cs typeface="Corbel"/>
                <a:sym typeface="Corbel"/>
              </a:rPr>
              <a:t> </a:t>
            </a:r>
            <a:r>
              <a:rPr b="1" lang="en" sz="3100">
                <a:solidFill>
                  <a:schemeClr val="accent6"/>
                </a:solidFill>
                <a:latin typeface="Corbel"/>
                <a:ea typeface="Corbel"/>
                <a:cs typeface="Corbel"/>
                <a:sym typeface="Corbel"/>
              </a:rPr>
              <a:t>  </a:t>
            </a:r>
            <a:r>
              <a:rPr lang="en" sz="1800">
                <a:solidFill>
                  <a:schemeClr val="accent6"/>
                </a:solidFill>
                <a:latin typeface="Corbel"/>
                <a:ea typeface="Corbel"/>
                <a:cs typeface="Corbel"/>
                <a:sym typeface="Corbel"/>
              </a:rPr>
              <a:t>                                </a:t>
            </a:r>
            <a:endParaRPr sz="5200">
              <a:solidFill>
                <a:schemeClr val="accent6"/>
              </a:solidFill>
              <a:latin typeface="Corbel"/>
              <a:ea typeface="Corbel"/>
              <a:cs typeface="Corbel"/>
              <a:sym typeface="Corbel"/>
            </a:endParaRPr>
          </a:p>
        </p:txBody>
      </p:sp>
      <p:sp>
        <p:nvSpPr>
          <p:cNvPr id="362" name="Google Shape;362;p61"/>
          <p:cNvSpPr txBox="1"/>
          <p:nvPr/>
        </p:nvSpPr>
        <p:spPr>
          <a:xfrm>
            <a:off x="0" y="0"/>
            <a:ext cx="9144000" cy="877200"/>
          </a:xfrm>
          <a:prstGeom prst="rect">
            <a:avLst/>
          </a:prstGeom>
          <a:solidFill>
            <a:srgbClr val="0B53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500">
                <a:solidFill>
                  <a:schemeClr val="accent6"/>
                </a:solidFill>
                <a:latin typeface="Corbel"/>
                <a:ea typeface="Corbel"/>
                <a:cs typeface="Corbel"/>
                <a:sym typeface="Corbel"/>
              </a:rPr>
              <a:t>神羔羊基督</a:t>
            </a:r>
            <a:r>
              <a:rPr b="1" lang="en" sz="2900">
                <a:solidFill>
                  <a:schemeClr val="accent6"/>
                </a:solidFill>
                <a:latin typeface="Corbel"/>
                <a:ea typeface="Corbel"/>
                <a:cs typeface="Corbel"/>
                <a:sym typeface="Corbel"/>
              </a:rPr>
              <a:t>的教會</a:t>
            </a:r>
            <a:r>
              <a:rPr b="1" lang="en" sz="3000">
                <a:solidFill>
                  <a:schemeClr val="accent6"/>
                </a:solidFill>
                <a:latin typeface="Corbel"/>
                <a:ea typeface="Corbel"/>
                <a:cs typeface="Corbel"/>
                <a:sym typeface="Corbel"/>
              </a:rPr>
              <a:t> </a:t>
            </a:r>
            <a:r>
              <a:rPr b="1" lang="en" sz="2400">
                <a:solidFill>
                  <a:schemeClr val="accent6"/>
                </a:solidFill>
                <a:latin typeface="Corbel"/>
                <a:ea typeface="Corbel"/>
                <a:cs typeface="Corbel"/>
                <a:sym typeface="Corbel"/>
              </a:rPr>
              <a:t>Lamb of God Church of PA</a:t>
            </a:r>
            <a:r>
              <a:rPr b="1" lang="en" sz="2300">
                <a:solidFill>
                  <a:schemeClr val="accent6"/>
                </a:solidFill>
                <a:latin typeface="Corbel"/>
                <a:ea typeface="Corbel"/>
                <a:cs typeface="Corbel"/>
                <a:sym typeface="Corbel"/>
              </a:rPr>
              <a:t> </a:t>
            </a:r>
            <a:r>
              <a:rPr lang="en" sz="1800">
                <a:solidFill>
                  <a:schemeClr val="accent6"/>
                </a:solidFill>
                <a:latin typeface="Corbel"/>
                <a:ea typeface="Corbel"/>
                <a:cs typeface="Corbel"/>
                <a:sym typeface="Corbel"/>
              </a:rPr>
              <a:t>                                  </a:t>
            </a:r>
            <a:endParaRPr sz="5200">
              <a:solidFill>
                <a:schemeClr val="accent6"/>
              </a:solidFill>
              <a:latin typeface="Corbel"/>
              <a:ea typeface="Corbel"/>
              <a:cs typeface="Corbel"/>
              <a:sym typeface="Corbel"/>
            </a:endParaRPr>
          </a:p>
        </p:txBody>
      </p:sp>
      <p:pic>
        <p:nvPicPr>
          <p:cNvPr id="363" name="Google Shape;363;p61"/>
          <p:cNvPicPr preferRelativeResize="0"/>
          <p:nvPr/>
        </p:nvPicPr>
        <p:blipFill>
          <a:blip r:embed="rId3">
            <a:alphaModFix/>
          </a:blip>
          <a:stretch>
            <a:fillRect/>
          </a:stretch>
        </p:blipFill>
        <p:spPr>
          <a:xfrm>
            <a:off x="4459825" y="877200"/>
            <a:ext cx="4684176" cy="426629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67" name="Shape 367"/>
        <p:cNvGrpSpPr/>
        <p:nvPr/>
      </p:nvGrpSpPr>
      <p:grpSpPr>
        <a:xfrm>
          <a:off x="0" y="0"/>
          <a:ext cx="0" cy="0"/>
          <a:chOff x="0" y="0"/>
          <a:chExt cx="0" cy="0"/>
        </a:xfrm>
      </p:grpSpPr>
      <p:sp>
        <p:nvSpPr>
          <p:cNvPr id="368" name="Google Shape;368;p62"/>
          <p:cNvSpPr txBox="1"/>
          <p:nvPr>
            <p:ph idx="4294967295" type="body"/>
          </p:nvPr>
        </p:nvSpPr>
        <p:spPr>
          <a:xfrm>
            <a:off x="0" y="0"/>
            <a:ext cx="9144000" cy="815100"/>
          </a:xfrm>
          <a:prstGeom prst="rect">
            <a:avLst/>
          </a:prstGeom>
          <a:solidFill>
            <a:schemeClr val="dk1"/>
          </a:solidFill>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01AFD1"/>
              </a:buClr>
              <a:buSzPts val="4230"/>
              <a:buFont typeface="Microsoft JhengHei"/>
              <a:buNone/>
            </a:pPr>
            <a:r>
              <a:rPr b="1" lang="en" sz="4800">
                <a:solidFill>
                  <a:schemeClr val="lt1"/>
                </a:solidFill>
                <a:latin typeface="Corbel"/>
                <a:ea typeface="Corbel"/>
                <a:cs typeface="Corbel"/>
                <a:sym typeface="Corbel"/>
              </a:rPr>
              <a:t>奉獻</a:t>
            </a:r>
            <a:r>
              <a:rPr b="1" lang="en" sz="4800">
                <a:solidFill>
                  <a:schemeClr val="lt1"/>
                </a:solidFill>
                <a:latin typeface="Corbel"/>
                <a:ea typeface="Corbel"/>
                <a:cs typeface="Corbel"/>
                <a:sym typeface="Corbel"/>
              </a:rPr>
              <a:t>報告</a:t>
            </a:r>
            <a:r>
              <a:rPr b="1" lang="en" sz="3200">
                <a:solidFill>
                  <a:schemeClr val="lt1"/>
                </a:solidFill>
                <a:latin typeface="Corbel"/>
                <a:ea typeface="Corbel"/>
                <a:cs typeface="Corbel"/>
                <a:sym typeface="Corbel"/>
              </a:rPr>
              <a:t> </a:t>
            </a:r>
            <a:r>
              <a:rPr b="1" lang="en" sz="3000">
                <a:solidFill>
                  <a:schemeClr val="lt1"/>
                </a:solidFill>
                <a:latin typeface="Corbel"/>
                <a:ea typeface="Corbel"/>
                <a:cs typeface="Corbel"/>
                <a:sym typeface="Corbel"/>
              </a:rPr>
              <a:t>Church Tithes and Offering Report</a:t>
            </a:r>
            <a:endParaRPr sz="1900">
              <a:solidFill>
                <a:schemeClr val="lt1"/>
              </a:solidFill>
              <a:latin typeface="Corbel"/>
              <a:ea typeface="Corbel"/>
              <a:cs typeface="Corbel"/>
              <a:sym typeface="Corbel"/>
            </a:endParaRPr>
          </a:p>
        </p:txBody>
      </p:sp>
      <p:sp>
        <p:nvSpPr>
          <p:cNvPr id="369" name="Google Shape;369;p62"/>
          <p:cNvSpPr txBox="1"/>
          <p:nvPr/>
        </p:nvSpPr>
        <p:spPr>
          <a:xfrm>
            <a:off x="0" y="1656363"/>
            <a:ext cx="9144000" cy="1246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2500">
              <a:latin typeface="Corbel"/>
              <a:ea typeface="Corbel"/>
              <a:cs typeface="Corbel"/>
              <a:sym typeface="Corbel"/>
            </a:endParaRPr>
          </a:p>
          <a:p>
            <a:pPr indent="0" lvl="0" marL="0" rtl="0" algn="l">
              <a:spcBef>
                <a:spcPts val="0"/>
              </a:spcBef>
              <a:spcAft>
                <a:spcPts val="0"/>
              </a:spcAft>
              <a:buNone/>
            </a:pPr>
            <a:r>
              <a:rPr b="1" lang="en" sz="4400">
                <a:latin typeface="Corbel"/>
                <a:ea typeface="Corbel"/>
                <a:cs typeface="Corbel"/>
                <a:sym typeface="Corbel"/>
              </a:rPr>
              <a:t>             </a:t>
            </a:r>
            <a:endParaRPr b="1" sz="3500">
              <a:solidFill>
                <a:srgbClr val="FF4D00"/>
              </a:solidFill>
              <a:highlight>
                <a:srgbClr val="FFFFFF"/>
              </a:highlight>
              <a:latin typeface="Corbel"/>
              <a:ea typeface="Corbel"/>
              <a:cs typeface="Corbel"/>
              <a:sym typeface="Corbel"/>
            </a:endParaRPr>
          </a:p>
        </p:txBody>
      </p:sp>
      <p:sp>
        <p:nvSpPr>
          <p:cNvPr id="370" name="Google Shape;370;p62"/>
          <p:cNvSpPr txBox="1"/>
          <p:nvPr>
            <p:ph idx="4294967295" type="body"/>
          </p:nvPr>
        </p:nvSpPr>
        <p:spPr>
          <a:xfrm>
            <a:off x="103200" y="1146600"/>
            <a:ext cx="8937600" cy="3855000"/>
          </a:xfrm>
          <a:prstGeom prst="rect">
            <a:avLst/>
          </a:prstGeom>
          <a:noFill/>
          <a:ln>
            <a:noFill/>
          </a:ln>
        </p:spPr>
        <p:txBody>
          <a:bodyPr anchorCtr="0" anchor="t" bIns="45700" lIns="91425" spcFirstLastPara="1" rIns="91425" wrap="square" tIns="45700">
            <a:noAutofit/>
          </a:bodyPr>
          <a:lstStyle/>
          <a:p>
            <a:pPr indent="0" lvl="0" marL="0" rtl="0" algn="ctr">
              <a:lnSpc>
                <a:spcPct val="70000"/>
              </a:lnSpc>
              <a:spcBef>
                <a:spcPts val="0"/>
              </a:spcBef>
              <a:spcAft>
                <a:spcPts val="0"/>
              </a:spcAft>
              <a:buNone/>
            </a:pPr>
            <a:r>
              <a:rPr b="1" lang="en" sz="4300">
                <a:solidFill>
                  <a:srgbClr val="CC4125"/>
                </a:solidFill>
                <a:latin typeface="Corbel"/>
                <a:ea typeface="Corbel"/>
                <a:cs typeface="Corbel"/>
                <a:sym typeface="Corbel"/>
              </a:rPr>
              <a:t>上週奉獻</a:t>
            </a:r>
            <a:r>
              <a:rPr b="1" lang="en" sz="4300">
                <a:solidFill>
                  <a:srgbClr val="CC4125"/>
                </a:solidFill>
                <a:latin typeface="Corbel"/>
                <a:ea typeface="Corbel"/>
                <a:cs typeface="Corbel"/>
                <a:sym typeface="Corbel"/>
              </a:rPr>
              <a:t>:</a:t>
            </a:r>
            <a:r>
              <a:rPr b="1" lang="en" sz="4100">
                <a:solidFill>
                  <a:srgbClr val="CC4125"/>
                </a:solidFill>
                <a:latin typeface="Corbel"/>
                <a:ea typeface="Corbel"/>
                <a:cs typeface="Corbel"/>
                <a:sym typeface="Corbel"/>
              </a:rPr>
              <a:t>0</a:t>
            </a:r>
            <a:r>
              <a:rPr b="1" lang="en" sz="4100">
                <a:solidFill>
                  <a:srgbClr val="CC4125"/>
                </a:solidFill>
                <a:latin typeface="Corbel"/>
                <a:ea typeface="Corbel"/>
                <a:cs typeface="Corbel"/>
                <a:sym typeface="Corbel"/>
              </a:rPr>
              <a:t>6/07</a:t>
            </a:r>
            <a:r>
              <a:rPr b="1" lang="en" sz="4100">
                <a:solidFill>
                  <a:srgbClr val="CC4125"/>
                </a:solidFill>
                <a:latin typeface="Corbel"/>
                <a:ea typeface="Corbel"/>
                <a:cs typeface="Corbel"/>
                <a:sym typeface="Corbel"/>
              </a:rPr>
              <a:t>/20</a:t>
            </a:r>
            <a:r>
              <a:rPr b="1" lang="en" sz="4100">
                <a:solidFill>
                  <a:srgbClr val="CC4125"/>
                </a:solidFill>
                <a:latin typeface="Corbel"/>
                <a:ea typeface="Corbel"/>
                <a:cs typeface="Corbel"/>
                <a:sym typeface="Corbel"/>
              </a:rPr>
              <a:t>2</a:t>
            </a:r>
            <a:r>
              <a:rPr b="1" lang="en" sz="4100">
                <a:solidFill>
                  <a:srgbClr val="CC4125"/>
                </a:solidFill>
                <a:latin typeface="Corbel"/>
                <a:ea typeface="Corbel"/>
                <a:cs typeface="Corbel"/>
                <a:sym typeface="Corbel"/>
              </a:rPr>
              <a:t>6</a:t>
            </a:r>
            <a:endParaRPr b="1" sz="3800" u="sng">
              <a:solidFill>
                <a:srgbClr val="CC4125"/>
              </a:solidFill>
              <a:latin typeface="Corbel"/>
              <a:ea typeface="Corbel"/>
              <a:cs typeface="Corbel"/>
              <a:sym typeface="Corbel"/>
            </a:endParaRPr>
          </a:p>
          <a:p>
            <a:pPr indent="0" lvl="0" marL="0" rtl="0" algn="ctr">
              <a:lnSpc>
                <a:spcPct val="70000"/>
              </a:lnSpc>
              <a:spcBef>
                <a:spcPts val="0"/>
              </a:spcBef>
              <a:spcAft>
                <a:spcPts val="0"/>
              </a:spcAft>
              <a:buNone/>
            </a:pPr>
            <a:r>
              <a:t/>
            </a:r>
            <a:endParaRPr b="1" sz="3600">
              <a:solidFill>
                <a:srgbClr val="000000"/>
              </a:solidFill>
              <a:latin typeface="Corbel"/>
              <a:ea typeface="Corbel"/>
              <a:cs typeface="Corbel"/>
              <a:sym typeface="Corbel"/>
            </a:endParaRPr>
          </a:p>
          <a:p>
            <a:pPr indent="0" lvl="0" marL="0" rtl="0" algn="ctr">
              <a:lnSpc>
                <a:spcPct val="70000"/>
              </a:lnSpc>
              <a:spcBef>
                <a:spcPts val="0"/>
              </a:spcBef>
              <a:spcAft>
                <a:spcPts val="0"/>
              </a:spcAft>
              <a:buNone/>
            </a:pPr>
            <a:r>
              <a:rPr b="1" lang="en" sz="4000">
                <a:solidFill>
                  <a:srgbClr val="000000"/>
                </a:solidFill>
                <a:latin typeface="Corbel"/>
                <a:ea typeface="Corbel"/>
                <a:cs typeface="Corbel"/>
                <a:sym typeface="Corbel"/>
              </a:rPr>
              <a:t>十一奉獻</a:t>
            </a:r>
            <a:r>
              <a:rPr b="1" lang="en" sz="3600">
                <a:solidFill>
                  <a:srgbClr val="000000"/>
                </a:solidFill>
                <a:latin typeface="Corbel"/>
                <a:ea typeface="Corbel"/>
                <a:cs typeface="Corbel"/>
                <a:sym typeface="Corbel"/>
              </a:rPr>
              <a:t>(Tithes):   </a:t>
            </a:r>
            <a:r>
              <a:rPr b="1" lang="en" sz="4000">
                <a:solidFill>
                  <a:srgbClr val="000000"/>
                </a:solidFill>
                <a:latin typeface="Corbel"/>
                <a:ea typeface="Corbel"/>
                <a:cs typeface="Corbel"/>
                <a:sym typeface="Corbel"/>
              </a:rPr>
              <a:t>$3,260.00</a:t>
            </a:r>
            <a:endParaRPr b="1" sz="4000">
              <a:solidFill>
                <a:srgbClr val="000000"/>
              </a:solidFill>
              <a:latin typeface="Corbel"/>
              <a:ea typeface="Corbel"/>
              <a:cs typeface="Corbel"/>
              <a:sym typeface="Corbel"/>
            </a:endParaRPr>
          </a:p>
          <a:p>
            <a:pPr indent="0" lvl="0" marL="0" rtl="0" algn="ctr">
              <a:lnSpc>
                <a:spcPct val="70000"/>
              </a:lnSpc>
              <a:spcBef>
                <a:spcPts val="0"/>
              </a:spcBef>
              <a:spcAft>
                <a:spcPts val="0"/>
              </a:spcAft>
              <a:buNone/>
            </a:pPr>
            <a:r>
              <a:t/>
            </a:r>
            <a:endParaRPr b="1" sz="900">
              <a:solidFill>
                <a:srgbClr val="000000"/>
              </a:solidFill>
              <a:latin typeface="Corbel"/>
              <a:ea typeface="Corbel"/>
              <a:cs typeface="Corbel"/>
              <a:sym typeface="Corbel"/>
            </a:endParaRPr>
          </a:p>
          <a:p>
            <a:pPr indent="0" lvl="0" marL="0" rtl="0" algn="l">
              <a:lnSpc>
                <a:spcPct val="70000"/>
              </a:lnSpc>
              <a:spcBef>
                <a:spcPts val="1600"/>
              </a:spcBef>
              <a:spcAft>
                <a:spcPts val="0"/>
              </a:spcAft>
              <a:buNone/>
            </a:pPr>
            <a:r>
              <a:rPr b="1" lang="en" sz="3600">
                <a:solidFill>
                  <a:srgbClr val="000000"/>
                </a:solidFill>
                <a:latin typeface="Corbel"/>
                <a:ea typeface="Corbel"/>
                <a:cs typeface="Corbel"/>
                <a:sym typeface="Corbel"/>
              </a:rPr>
              <a:t>               </a:t>
            </a:r>
            <a:r>
              <a:rPr b="1" lang="en" sz="4000">
                <a:solidFill>
                  <a:srgbClr val="000000"/>
                </a:solidFill>
                <a:latin typeface="Corbel"/>
                <a:ea typeface="Corbel"/>
                <a:cs typeface="Corbel"/>
                <a:sym typeface="Corbel"/>
              </a:rPr>
              <a:t>其他奉獻</a:t>
            </a:r>
            <a:r>
              <a:rPr b="1" lang="en" sz="3600">
                <a:solidFill>
                  <a:srgbClr val="000000"/>
                </a:solidFill>
                <a:latin typeface="Corbel"/>
                <a:ea typeface="Corbel"/>
                <a:cs typeface="Corbel"/>
                <a:sym typeface="Corbel"/>
              </a:rPr>
              <a:t>(Other):   </a:t>
            </a:r>
            <a:r>
              <a:rPr b="1" lang="en" sz="4000">
                <a:solidFill>
                  <a:srgbClr val="000000"/>
                </a:solidFill>
                <a:latin typeface="Corbel"/>
                <a:ea typeface="Corbel"/>
                <a:cs typeface="Corbel"/>
                <a:sym typeface="Corbel"/>
              </a:rPr>
              <a:t>$3,000.00 </a:t>
            </a:r>
            <a:endParaRPr b="1" sz="4000">
              <a:solidFill>
                <a:srgbClr val="000000"/>
              </a:solidFill>
              <a:latin typeface="Corbel"/>
              <a:ea typeface="Corbel"/>
              <a:cs typeface="Corbel"/>
              <a:sym typeface="Corbel"/>
            </a:endParaRPr>
          </a:p>
          <a:p>
            <a:pPr indent="0" lvl="0" marL="0" rtl="0" algn="ctr">
              <a:lnSpc>
                <a:spcPct val="70000"/>
              </a:lnSpc>
              <a:spcBef>
                <a:spcPts val="1600"/>
              </a:spcBef>
              <a:spcAft>
                <a:spcPts val="0"/>
              </a:spcAft>
              <a:buNone/>
            </a:pPr>
            <a:r>
              <a:rPr b="1" lang="en" sz="3600">
                <a:solidFill>
                  <a:srgbClr val="000000"/>
                </a:solidFill>
                <a:latin typeface="Corbel"/>
                <a:ea typeface="Corbel"/>
                <a:cs typeface="Corbel"/>
                <a:sym typeface="Corbel"/>
              </a:rPr>
              <a:t>----------------------------------------</a:t>
            </a:r>
            <a:endParaRPr b="1" sz="3600">
              <a:solidFill>
                <a:srgbClr val="000000"/>
              </a:solidFill>
              <a:latin typeface="Corbel"/>
              <a:ea typeface="Corbel"/>
              <a:cs typeface="Corbel"/>
              <a:sym typeface="Corbel"/>
            </a:endParaRPr>
          </a:p>
          <a:p>
            <a:pPr indent="0" lvl="0" marL="0" rtl="0" algn="ctr">
              <a:lnSpc>
                <a:spcPct val="70000"/>
              </a:lnSpc>
              <a:spcBef>
                <a:spcPts val="1600"/>
              </a:spcBef>
              <a:spcAft>
                <a:spcPts val="0"/>
              </a:spcAft>
              <a:buNone/>
            </a:pPr>
            <a:r>
              <a:rPr b="1" lang="en" sz="4000">
                <a:solidFill>
                  <a:srgbClr val="000000"/>
                </a:solidFill>
                <a:latin typeface="Corbel"/>
                <a:ea typeface="Corbel"/>
                <a:cs typeface="Corbel"/>
                <a:sym typeface="Corbel"/>
              </a:rPr>
              <a:t>奉獻總數</a:t>
            </a:r>
            <a:r>
              <a:rPr b="1" lang="en" sz="3600">
                <a:solidFill>
                  <a:srgbClr val="000000"/>
                </a:solidFill>
                <a:latin typeface="Corbel"/>
                <a:ea typeface="Corbel"/>
                <a:cs typeface="Corbel"/>
                <a:sym typeface="Corbel"/>
              </a:rPr>
              <a:t>(Total):    </a:t>
            </a:r>
            <a:r>
              <a:rPr b="1" lang="en" sz="4000">
                <a:solidFill>
                  <a:srgbClr val="000000"/>
                </a:solidFill>
                <a:latin typeface="Corbel"/>
                <a:ea typeface="Corbel"/>
                <a:cs typeface="Corbel"/>
                <a:sym typeface="Corbel"/>
              </a:rPr>
              <a:t>$6,260.00</a:t>
            </a:r>
            <a:endParaRPr b="1" sz="4000">
              <a:solidFill>
                <a:srgbClr val="000000"/>
              </a:solidFill>
              <a:latin typeface="Corbel"/>
              <a:ea typeface="Corbel"/>
              <a:cs typeface="Corbel"/>
              <a:sym typeface="Corbel"/>
            </a:endParaRPr>
          </a:p>
          <a:p>
            <a:pPr indent="0" lvl="0" marL="0" rtl="0" algn="ctr">
              <a:lnSpc>
                <a:spcPct val="70000"/>
              </a:lnSpc>
              <a:spcBef>
                <a:spcPts val="1600"/>
              </a:spcBef>
              <a:spcAft>
                <a:spcPts val="0"/>
              </a:spcAft>
              <a:buNone/>
            </a:pPr>
            <a:r>
              <a:rPr b="1" lang="en" sz="3600">
                <a:solidFill>
                  <a:srgbClr val="000000"/>
                </a:solidFill>
                <a:latin typeface="Corbel"/>
                <a:ea typeface="Corbel"/>
                <a:cs typeface="Corbel"/>
                <a:sym typeface="Corbel"/>
              </a:rPr>
              <a:t>----------------------------------------</a:t>
            </a:r>
            <a:endParaRPr b="1" sz="3600">
              <a:solidFill>
                <a:srgbClr val="000000"/>
              </a:solidFill>
              <a:latin typeface="Corbel"/>
              <a:ea typeface="Corbel"/>
              <a:cs typeface="Corbel"/>
              <a:sym typeface="Corbel"/>
            </a:endParaRPr>
          </a:p>
          <a:p>
            <a:pPr indent="0" lvl="0" marL="0" rtl="0" algn="l">
              <a:lnSpc>
                <a:spcPct val="80000"/>
              </a:lnSpc>
              <a:spcBef>
                <a:spcPts val="2000"/>
              </a:spcBef>
              <a:spcAft>
                <a:spcPts val="0"/>
              </a:spcAft>
              <a:buNone/>
            </a:pPr>
            <a:r>
              <a:t/>
            </a:r>
            <a:endParaRPr sz="3200">
              <a:latin typeface="Microsoft JhengHei"/>
              <a:ea typeface="Microsoft JhengHei"/>
              <a:cs typeface="Microsoft JhengHei"/>
              <a:sym typeface="Microsoft JhengHei"/>
            </a:endParaRPr>
          </a:p>
          <a:p>
            <a:pPr indent="0" lvl="0" marL="0" rtl="0" algn="l">
              <a:lnSpc>
                <a:spcPct val="80000"/>
              </a:lnSpc>
              <a:spcBef>
                <a:spcPts val="2000"/>
              </a:spcBef>
              <a:spcAft>
                <a:spcPts val="1600"/>
              </a:spcAft>
              <a:buNone/>
            </a:pPr>
            <a:r>
              <a:t/>
            </a:r>
            <a:endParaRPr sz="3200">
              <a:latin typeface="Microsoft JhengHei"/>
              <a:ea typeface="Microsoft JhengHei"/>
              <a:cs typeface="Microsoft JhengHei"/>
              <a:sym typeface="Microsoft JhengHe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74" name="Shape 374"/>
        <p:cNvGrpSpPr/>
        <p:nvPr/>
      </p:nvGrpSpPr>
      <p:grpSpPr>
        <a:xfrm>
          <a:off x="0" y="0"/>
          <a:ext cx="0" cy="0"/>
          <a:chOff x="0" y="0"/>
          <a:chExt cx="0" cy="0"/>
        </a:xfrm>
      </p:grpSpPr>
      <p:sp>
        <p:nvSpPr>
          <p:cNvPr id="375" name="Google Shape;375;p63"/>
          <p:cNvSpPr txBox="1"/>
          <p:nvPr/>
        </p:nvSpPr>
        <p:spPr>
          <a:xfrm>
            <a:off x="0" y="1656363"/>
            <a:ext cx="9144000" cy="1246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2500">
              <a:latin typeface="Corbel"/>
              <a:ea typeface="Corbel"/>
              <a:cs typeface="Corbel"/>
              <a:sym typeface="Corbel"/>
            </a:endParaRPr>
          </a:p>
          <a:p>
            <a:pPr indent="0" lvl="0" marL="0" rtl="0" algn="l">
              <a:spcBef>
                <a:spcPts val="0"/>
              </a:spcBef>
              <a:spcAft>
                <a:spcPts val="0"/>
              </a:spcAft>
              <a:buNone/>
            </a:pPr>
            <a:r>
              <a:rPr b="1" lang="en" sz="4400">
                <a:latin typeface="Corbel"/>
                <a:ea typeface="Corbel"/>
                <a:cs typeface="Corbel"/>
                <a:sym typeface="Corbel"/>
              </a:rPr>
              <a:t>             </a:t>
            </a:r>
            <a:endParaRPr b="1" sz="3500">
              <a:solidFill>
                <a:srgbClr val="FF4D00"/>
              </a:solidFill>
              <a:highlight>
                <a:srgbClr val="FFFFFF"/>
              </a:highlight>
              <a:latin typeface="Corbel"/>
              <a:ea typeface="Corbel"/>
              <a:cs typeface="Corbel"/>
              <a:sym typeface="Corbel"/>
            </a:endParaRPr>
          </a:p>
        </p:txBody>
      </p:sp>
      <p:sp>
        <p:nvSpPr>
          <p:cNvPr id="376" name="Google Shape;376;p63"/>
          <p:cNvSpPr txBox="1"/>
          <p:nvPr>
            <p:ph idx="4294967295" type="body"/>
          </p:nvPr>
        </p:nvSpPr>
        <p:spPr>
          <a:xfrm>
            <a:off x="0" y="58725"/>
            <a:ext cx="9144000" cy="2365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None/>
            </a:pPr>
            <a:r>
              <a:t/>
            </a:r>
            <a:endParaRPr b="1" sz="1400">
              <a:solidFill>
                <a:srgbClr val="000000"/>
              </a:solidFill>
              <a:latin typeface="Corbel"/>
              <a:ea typeface="Corbel"/>
              <a:cs typeface="Corbel"/>
              <a:sym typeface="Corbel"/>
            </a:endParaRPr>
          </a:p>
          <a:p>
            <a:pPr indent="0" lvl="0" marL="0" rtl="0" algn="l">
              <a:lnSpc>
                <a:spcPct val="100000"/>
              </a:lnSpc>
              <a:spcBef>
                <a:spcPts val="0"/>
              </a:spcBef>
              <a:spcAft>
                <a:spcPts val="0"/>
              </a:spcAft>
              <a:buNone/>
            </a:pPr>
            <a:r>
              <a:rPr b="1" lang="en" sz="3000">
                <a:solidFill>
                  <a:srgbClr val="000000"/>
                </a:solidFill>
                <a:latin typeface="Corbel"/>
                <a:ea typeface="Corbel"/>
                <a:cs typeface="Corbel"/>
                <a:sym typeface="Corbel"/>
              </a:rPr>
              <a:t>  </a:t>
            </a:r>
            <a:r>
              <a:rPr b="1" lang="en" sz="3000">
                <a:solidFill>
                  <a:srgbClr val="000000"/>
                </a:solidFill>
              </a:rPr>
              <a:t>(哥林多後書 9 章 6-7 節)</a:t>
            </a:r>
            <a:endParaRPr b="1" sz="3000">
              <a:solidFill>
                <a:srgbClr val="000000"/>
              </a:solidFill>
            </a:endParaRPr>
          </a:p>
          <a:p>
            <a:pPr indent="0" lvl="0" marL="0" rtl="0" algn="l">
              <a:lnSpc>
                <a:spcPct val="100000"/>
              </a:lnSpc>
              <a:spcBef>
                <a:spcPts val="0"/>
              </a:spcBef>
              <a:spcAft>
                <a:spcPts val="0"/>
              </a:spcAft>
              <a:buNone/>
            </a:pPr>
            <a:r>
              <a:t/>
            </a:r>
            <a:endParaRPr b="1" sz="1500">
              <a:solidFill>
                <a:srgbClr val="000000"/>
              </a:solidFill>
            </a:endParaRPr>
          </a:p>
          <a:p>
            <a:pPr indent="0" lvl="0" marL="0" rtl="0" algn="ctr">
              <a:lnSpc>
                <a:spcPct val="100000"/>
              </a:lnSpc>
              <a:spcBef>
                <a:spcPts val="0"/>
              </a:spcBef>
              <a:spcAft>
                <a:spcPts val="0"/>
              </a:spcAft>
              <a:buNone/>
            </a:pPr>
            <a:r>
              <a:rPr b="1" lang="en" sz="3000">
                <a:solidFill>
                  <a:srgbClr val="000000"/>
                </a:solidFill>
              </a:rPr>
              <a:t>『少種的少收，多種的多收』，這話是真的。</a:t>
            </a:r>
            <a:endParaRPr b="1" sz="3000">
              <a:solidFill>
                <a:srgbClr val="000000"/>
              </a:solidFill>
            </a:endParaRPr>
          </a:p>
          <a:p>
            <a:pPr indent="0" lvl="0" marL="0" rtl="0" algn="ctr">
              <a:lnSpc>
                <a:spcPct val="100000"/>
              </a:lnSpc>
              <a:spcBef>
                <a:spcPts val="0"/>
              </a:spcBef>
              <a:spcAft>
                <a:spcPts val="0"/>
              </a:spcAft>
              <a:buNone/>
            </a:pPr>
            <a:r>
              <a:rPr b="1" lang="en" sz="3000">
                <a:solidFill>
                  <a:srgbClr val="000000"/>
                </a:solidFill>
              </a:rPr>
              <a:t>各人要隨本心所酌定的，不要作難、不要勉強，</a:t>
            </a:r>
            <a:endParaRPr b="1" sz="3000">
              <a:solidFill>
                <a:srgbClr val="000000"/>
              </a:solidFill>
            </a:endParaRPr>
          </a:p>
          <a:p>
            <a:pPr indent="0" lvl="0" marL="0" rtl="0" algn="ctr">
              <a:lnSpc>
                <a:spcPct val="100000"/>
              </a:lnSpc>
              <a:spcBef>
                <a:spcPts val="0"/>
              </a:spcBef>
              <a:spcAft>
                <a:spcPts val="0"/>
              </a:spcAft>
              <a:buNone/>
            </a:pPr>
            <a:r>
              <a:rPr b="1" lang="en" sz="3000">
                <a:solidFill>
                  <a:srgbClr val="000000"/>
                </a:solidFill>
              </a:rPr>
              <a:t>因為捐得樂意的人是神所喜愛的</a:t>
            </a:r>
            <a:endParaRPr b="1" sz="3500">
              <a:solidFill>
                <a:srgbClr val="000000"/>
              </a:solidFill>
              <a:highlight>
                <a:srgbClr val="FFD966"/>
              </a:highlight>
              <a:latin typeface="DFKai-SB"/>
              <a:ea typeface="DFKai-SB"/>
              <a:cs typeface="DFKai-SB"/>
              <a:sym typeface="DFKai-SB"/>
            </a:endParaRPr>
          </a:p>
          <a:p>
            <a:pPr indent="0" lvl="0" marL="0" rtl="0" algn="ctr">
              <a:lnSpc>
                <a:spcPct val="100000"/>
              </a:lnSpc>
              <a:spcBef>
                <a:spcPts val="0"/>
              </a:spcBef>
              <a:spcAft>
                <a:spcPts val="0"/>
              </a:spcAft>
              <a:buNone/>
            </a:pPr>
            <a:r>
              <a:t/>
            </a:r>
            <a:endParaRPr b="1" sz="1000">
              <a:solidFill>
                <a:srgbClr val="000000"/>
              </a:solidFill>
              <a:highlight>
                <a:srgbClr val="FFD966"/>
              </a:highlight>
              <a:latin typeface="DFKai-SB"/>
              <a:ea typeface="DFKai-SB"/>
              <a:cs typeface="DFKai-SB"/>
              <a:sym typeface="DFKai-SB"/>
            </a:endParaRPr>
          </a:p>
          <a:p>
            <a:pPr indent="0" lvl="0" marL="0" rtl="0" algn="l">
              <a:lnSpc>
                <a:spcPct val="90000"/>
              </a:lnSpc>
              <a:spcBef>
                <a:spcPts val="0"/>
              </a:spcBef>
              <a:spcAft>
                <a:spcPts val="0"/>
              </a:spcAft>
              <a:buNone/>
            </a:pPr>
            <a:r>
              <a:t/>
            </a:r>
            <a:endParaRPr b="1" sz="1500">
              <a:solidFill>
                <a:srgbClr val="CC0000"/>
              </a:solidFill>
              <a:highlight>
                <a:srgbClr val="FFF2CC"/>
              </a:highlight>
              <a:latin typeface="DFKai-SB"/>
              <a:ea typeface="DFKai-SB"/>
              <a:cs typeface="DFKai-SB"/>
              <a:sym typeface="DFKai-SB"/>
            </a:endParaRPr>
          </a:p>
          <a:p>
            <a:pPr indent="0" lvl="0" marL="457200" rtl="0" algn="ctr">
              <a:lnSpc>
                <a:spcPct val="90000"/>
              </a:lnSpc>
              <a:spcBef>
                <a:spcPts val="0"/>
              </a:spcBef>
              <a:spcAft>
                <a:spcPts val="0"/>
              </a:spcAft>
              <a:buNone/>
            </a:pPr>
            <a:r>
              <a:rPr b="1" lang="en" sz="3500">
                <a:solidFill>
                  <a:srgbClr val="CC0000"/>
                </a:solidFill>
                <a:highlight>
                  <a:srgbClr val="FFD966"/>
                </a:highlight>
                <a:latin typeface="DFKai-SB"/>
                <a:ea typeface="DFKai-SB"/>
                <a:cs typeface="DFKai-SB"/>
                <a:sym typeface="DFKai-SB"/>
              </a:rPr>
              <a:t>主日奉獻 - 請投入奉獻箱</a:t>
            </a:r>
            <a:endParaRPr b="1" sz="3500">
              <a:solidFill>
                <a:srgbClr val="CC0000"/>
              </a:solidFill>
              <a:highlight>
                <a:srgbClr val="FFD966"/>
              </a:highlight>
              <a:latin typeface="DFKai-SB"/>
              <a:ea typeface="DFKai-SB"/>
              <a:cs typeface="DFKai-SB"/>
              <a:sym typeface="DFKai-SB"/>
            </a:endParaRPr>
          </a:p>
          <a:p>
            <a:pPr indent="0" lvl="0" marL="457200" rtl="0" algn="ctr">
              <a:lnSpc>
                <a:spcPct val="90000"/>
              </a:lnSpc>
              <a:spcBef>
                <a:spcPts val="0"/>
              </a:spcBef>
              <a:spcAft>
                <a:spcPts val="0"/>
              </a:spcAft>
              <a:buNone/>
            </a:pPr>
            <a:r>
              <a:t/>
            </a:r>
            <a:endParaRPr b="1" sz="800">
              <a:solidFill>
                <a:srgbClr val="CC0000"/>
              </a:solidFill>
              <a:highlight>
                <a:srgbClr val="FFD966"/>
              </a:highlight>
              <a:latin typeface="DFKai-SB"/>
              <a:ea typeface="DFKai-SB"/>
              <a:cs typeface="DFKai-SB"/>
              <a:sym typeface="DFKai-SB"/>
            </a:endParaRPr>
          </a:p>
          <a:p>
            <a:pPr indent="0" lvl="0" marL="457200" rtl="0" algn="ctr">
              <a:lnSpc>
                <a:spcPct val="90000"/>
              </a:lnSpc>
              <a:spcBef>
                <a:spcPts val="0"/>
              </a:spcBef>
              <a:spcAft>
                <a:spcPts val="0"/>
              </a:spcAft>
              <a:buNone/>
            </a:pPr>
            <a:r>
              <a:t/>
            </a:r>
            <a:endParaRPr b="1" sz="1500" u="sng">
              <a:solidFill>
                <a:srgbClr val="CC0000"/>
              </a:solidFill>
              <a:highlight>
                <a:srgbClr val="FFD966"/>
              </a:highlight>
              <a:latin typeface="DFKai-SB"/>
              <a:ea typeface="DFKai-SB"/>
              <a:cs typeface="DFKai-SB"/>
              <a:sym typeface="DFKai-SB"/>
            </a:endParaRPr>
          </a:p>
          <a:p>
            <a:pPr indent="0" lvl="0" marL="0" rtl="0" algn="ctr">
              <a:lnSpc>
                <a:spcPct val="90000"/>
              </a:lnSpc>
              <a:spcBef>
                <a:spcPts val="0"/>
              </a:spcBef>
              <a:spcAft>
                <a:spcPts val="0"/>
              </a:spcAft>
              <a:buNone/>
            </a:pPr>
            <a:r>
              <a:rPr b="1" lang="en" sz="3200">
                <a:solidFill>
                  <a:srgbClr val="CC0000"/>
                </a:solidFill>
                <a:highlight>
                  <a:schemeClr val="dk1"/>
                </a:highlight>
                <a:latin typeface="DFKai-SB"/>
                <a:ea typeface="DFKai-SB"/>
                <a:cs typeface="DFKai-SB"/>
                <a:sym typeface="DFKai-SB"/>
              </a:rPr>
              <a:t>支票抬頭: </a:t>
            </a:r>
            <a:r>
              <a:rPr b="1" lang="en" sz="3200" u="sng">
                <a:solidFill>
                  <a:srgbClr val="CC0000"/>
                </a:solidFill>
                <a:highlight>
                  <a:schemeClr val="dk1"/>
                </a:highlight>
                <a:latin typeface="Times New Roman"/>
                <a:ea typeface="Times New Roman"/>
                <a:cs typeface="Times New Roman"/>
                <a:sym typeface="Times New Roman"/>
              </a:rPr>
              <a:t>Lamb of God Church of PA</a:t>
            </a:r>
            <a:endParaRPr b="1" sz="3200" u="sng">
              <a:solidFill>
                <a:srgbClr val="CC0000"/>
              </a:solidFill>
              <a:highlight>
                <a:schemeClr val="dk1"/>
              </a:highlight>
              <a:latin typeface="Times New Roman"/>
              <a:ea typeface="Times New Roman"/>
              <a:cs typeface="Times New Roman"/>
              <a:sym typeface="Times New Roman"/>
            </a:endParaRPr>
          </a:p>
          <a:p>
            <a:pPr indent="0" lvl="0" marL="0" rtl="0" algn="ctr">
              <a:lnSpc>
                <a:spcPct val="90000"/>
              </a:lnSpc>
              <a:spcBef>
                <a:spcPts val="0"/>
              </a:spcBef>
              <a:spcAft>
                <a:spcPts val="0"/>
              </a:spcAft>
              <a:buNone/>
            </a:pPr>
            <a:r>
              <a:t/>
            </a:r>
            <a:endParaRPr b="1" sz="1500" u="sng">
              <a:solidFill>
                <a:srgbClr val="CC0000"/>
              </a:solidFill>
              <a:highlight>
                <a:schemeClr val="dk1"/>
              </a:highlight>
              <a:latin typeface="Times New Roman"/>
              <a:ea typeface="Times New Roman"/>
              <a:cs typeface="Times New Roman"/>
              <a:sym typeface="Times New Roman"/>
            </a:endParaRPr>
          </a:p>
          <a:p>
            <a:pPr indent="0" lvl="0" marL="0" rtl="0" algn="ctr">
              <a:lnSpc>
                <a:spcPct val="90000"/>
              </a:lnSpc>
              <a:spcBef>
                <a:spcPts val="0"/>
              </a:spcBef>
              <a:spcAft>
                <a:spcPts val="0"/>
              </a:spcAft>
              <a:buNone/>
            </a:pPr>
            <a:r>
              <a:t/>
            </a:r>
            <a:endParaRPr b="1" sz="800" u="sng">
              <a:solidFill>
                <a:srgbClr val="CC0000"/>
              </a:solidFill>
              <a:highlight>
                <a:schemeClr val="dk1"/>
              </a:highlight>
              <a:latin typeface="Times New Roman"/>
              <a:ea typeface="Times New Roman"/>
              <a:cs typeface="Times New Roman"/>
              <a:sym typeface="Times New Roman"/>
            </a:endParaRPr>
          </a:p>
          <a:p>
            <a:pPr indent="0" lvl="0" marL="457200" rtl="0" algn="ctr">
              <a:lnSpc>
                <a:spcPct val="90000"/>
              </a:lnSpc>
              <a:spcBef>
                <a:spcPts val="0"/>
              </a:spcBef>
              <a:spcAft>
                <a:spcPts val="0"/>
              </a:spcAft>
              <a:buNone/>
            </a:pPr>
            <a:r>
              <a:rPr b="1" lang="en" sz="3200">
                <a:solidFill>
                  <a:srgbClr val="CC0000"/>
                </a:solidFill>
                <a:highlight>
                  <a:srgbClr val="FFD966"/>
                </a:highlight>
                <a:latin typeface="DFKai-SB"/>
                <a:ea typeface="DFKai-SB"/>
                <a:cs typeface="DFKai-SB"/>
                <a:sym typeface="DFKai-SB"/>
              </a:rPr>
              <a:t>如有任何奉獻上的問題 - 請聯絡</a:t>
            </a:r>
            <a:r>
              <a:rPr b="1" lang="en" sz="3200">
                <a:solidFill>
                  <a:srgbClr val="CC0000"/>
                </a:solidFill>
                <a:highlight>
                  <a:srgbClr val="FFD966"/>
                </a:highlight>
                <a:latin typeface="Times New Roman"/>
                <a:ea typeface="Times New Roman"/>
                <a:cs typeface="Times New Roman"/>
                <a:sym typeface="Times New Roman"/>
              </a:rPr>
              <a:t>Janny</a:t>
            </a:r>
            <a:r>
              <a:rPr b="1" lang="en" sz="3200">
                <a:solidFill>
                  <a:srgbClr val="CC0000"/>
                </a:solidFill>
                <a:highlight>
                  <a:srgbClr val="FFD966"/>
                </a:highlight>
                <a:latin typeface="DFKai-SB"/>
                <a:ea typeface="DFKai-SB"/>
                <a:cs typeface="DFKai-SB"/>
                <a:sym typeface="DFKai-SB"/>
              </a:rPr>
              <a:t>姊妹</a:t>
            </a:r>
            <a:endParaRPr b="1" sz="3200" u="sng">
              <a:solidFill>
                <a:srgbClr val="CC0000"/>
              </a:solidFill>
              <a:highlight>
                <a:schemeClr val="dk1"/>
              </a:highlight>
              <a:latin typeface="Times New Roman"/>
              <a:ea typeface="Times New Roman"/>
              <a:cs typeface="Times New Roman"/>
              <a:sym typeface="Times New Roman"/>
            </a:endParaRPr>
          </a:p>
          <a:p>
            <a:pPr indent="0" lvl="0" marL="0" rtl="0" algn="ctr">
              <a:lnSpc>
                <a:spcPct val="90000"/>
              </a:lnSpc>
              <a:spcBef>
                <a:spcPts val="0"/>
              </a:spcBef>
              <a:spcAft>
                <a:spcPts val="0"/>
              </a:spcAft>
              <a:buNone/>
            </a:pPr>
            <a:r>
              <a:t/>
            </a:r>
            <a:endParaRPr b="1" sz="100" u="sng">
              <a:solidFill>
                <a:srgbClr val="CC0000"/>
              </a:solidFill>
              <a:highlight>
                <a:schemeClr val="dk1"/>
              </a:highlight>
              <a:latin typeface="Times New Roman"/>
              <a:ea typeface="Times New Roman"/>
              <a:cs typeface="Times New Roman"/>
              <a:sym typeface="Times New Roman"/>
            </a:endParaRPr>
          </a:p>
          <a:p>
            <a:pPr indent="0" lvl="0" marL="457200" rtl="0" algn="ctr">
              <a:lnSpc>
                <a:spcPct val="90000"/>
              </a:lnSpc>
              <a:spcBef>
                <a:spcPts val="0"/>
              </a:spcBef>
              <a:spcAft>
                <a:spcPts val="0"/>
              </a:spcAft>
              <a:buNone/>
            </a:pPr>
            <a:r>
              <a:t/>
            </a:r>
            <a:endParaRPr b="1" sz="1600">
              <a:solidFill>
                <a:srgbClr val="CC0000"/>
              </a:solidFill>
              <a:highlight>
                <a:srgbClr val="FFD966"/>
              </a:highlight>
              <a:latin typeface="DFKai-SB"/>
              <a:ea typeface="DFKai-SB"/>
              <a:cs typeface="DFKai-SB"/>
              <a:sym typeface="DFKai-SB"/>
            </a:endParaRPr>
          </a:p>
          <a:p>
            <a:pPr indent="0" lvl="0" marL="457200" rtl="0" algn="ctr">
              <a:lnSpc>
                <a:spcPct val="90000"/>
              </a:lnSpc>
              <a:spcBef>
                <a:spcPts val="0"/>
              </a:spcBef>
              <a:spcAft>
                <a:spcPts val="0"/>
              </a:spcAft>
              <a:buNone/>
            </a:pPr>
            <a:r>
              <a:t/>
            </a:r>
            <a:endParaRPr b="1" sz="3000">
              <a:solidFill>
                <a:srgbClr val="CC0000"/>
              </a:solidFill>
              <a:highlight>
                <a:srgbClr val="FFD966"/>
              </a:highlight>
              <a:latin typeface="DFKai-SB"/>
              <a:ea typeface="DFKai-SB"/>
              <a:cs typeface="DFKai-SB"/>
              <a:sym typeface="DFKai-SB"/>
            </a:endParaRPr>
          </a:p>
          <a:p>
            <a:pPr indent="0" lvl="0" marL="0" rtl="0" algn="ctr">
              <a:lnSpc>
                <a:spcPct val="90000"/>
              </a:lnSpc>
              <a:spcBef>
                <a:spcPts val="0"/>
              </a:spcBef>
              <a:spcAft>
                <a:spcPts val="0"/>
              </a:spcAft>
              <a:buNone/>
            </a:pPr>
            <a:r>
              <a:t/>
            </a:r>
            <a:endParaRPr b="1" sz="3200">
              <a:solidFill>
                <a:srgbClr val="CC0000"/>
              </a:solidFill>
              <a:latin typeface="DFKai-SB"/>
              <a:ea typeface="DFKai-SB"/>
              <a:cs typeface="DFKai-SB"/>
              <a:sym typeface="DFKai-SB"/>
            </a:endParaRPr>
          </a:p>
          <a:p>
            <a:pPr indent="0" lvl="0" marL="0" rtl="0" algn="l">
              <a:lnSpc>
                <a:spcPct val="90000"/>
              </a:lnSpc>
              <a:spcBef>
                <a:spcPts val="0"/>
              </a:spcBef>
              <a:spcAft>
                <a:spcPts val="0"/>
              </a:spcAft>
              <a:buNone/>
            </a:pPr>
            <a:r>
              <a:rPr b="1" lang="en" sz="3200">
                <a:solidFill>
                  <a:srgbClr val="CC0000"/>
                </a:solidFill>
                <a:latin typeface="DFKai-SB"/>
                <a:ea typeface="DFKai-SB"/>
                <a:cs typeface="DFKai-SB"/>
                <a:sym typeface="DFKai-SB"/>
              </a:rPr>
              <a:t>         </a:t>
            </a:r>
            <a:endParaRPr b="1" sz="3200" u="sng">
              <a:solidFill>
                <a:srgbClr val="CC0000"/>
              </a:solidFill>
              <a:highlight>
                <a:srgbClr val="FFFFFF"/>
              </a:highlight>
              <a:latin typeface="Times New Roman"/>
              <a:ea typeface="Times New Roman"/>
              <a:cs typeface="Times New Roman"/>
              <a:sym typeface="Times New Roman"/>
            </a:endParaRPr>
          </a:p>
          <a:p>
            <a:pPr indent="0" lvl="0" marL="0" rtl="0" algn="l">
              <a:spcBef>
                <a:spcPts val="2000"/>
              </a:spcBef>
              <a:spcAft>
                <a:spcPts val="0"/>
              </a:spcAft>
              <a:buClr>
                <a:schemeClr val="dk1"/>
              </a:buClr>
              <a:buSzPts val="1100"/>
              <a:buFont typeface="Arial"/>
              <a:buNone/>
            </a:pPr>
            <a:r>
              <a:t/>
            </a:r>
            <a:endParaRPr b="1" sz="3200">
              <a:solidFill>
                <a:srgbClr val="0000FF"/>
              </a:solidFill>
              <a:latin typeface="Corbel"/>
              <a:ea typeface="Corbel"/>
              <a:cs typeface="Corbel"/>
              <a:sym typeface="Corbel"/>
            </a:endParaRPr>
          </a:p>
          <a:p>
            <a:pPr indent="0" lvl="0" marL="0" rtl="0" algn="ctr">
              <a:lnSpc>
                <a:spcPct val="100000"/>
              </a:lnSpc>
              <a:spcBef>
                <a:spcPts val="1600"/>
              </a:spcBef>
              <a:spcAft>
                <a:spcPts val="0"/>
              </a:spcAft>
              <a:buNone/>
            </a:pPr>
            <a:r>
              <a:t/>
            </a:r>
            <a:endParaRPr b="1" sz="3200">
              <a:solidFill>
                <a:srgbClr val="000000"/>
              </a:solidFill>
              <a:latin typeface="Corbel"/>
              <a:ea typeface="Corbel"/>
              <a:cs typeface="Corbel"/>
              <a:sym typeface="Corbel"/>
            </a:endParaRPr>
          </a:p>
          <a:p>
            <a:pPr indent="0" lvl="0" marL="0" rtl="0" algn="ctr">
              <a:lnSpc>
                <a:spcPct val="70000"/>
              </a:lnSpc>
              <a:spcBef>
                <a:spcPts val="0"/>
              </a:spcBef>
              <a:spcAft>
                <a:spcPts val="0"/>
              </a:spcAft>
              <a:buNone/>
            </a:pPr>
            <a:r>
              <a:t/>
            </a:r>
            <a:endParaRPr b="1" sz="4300">
              <a:solidFill>
                <a:srgbClr val="CC4125"/>
              </a:solidFill>
              <a:latin typeface="Corbel"/>
              <a:ea typeface="Corbel"/>
              <a:cs typeface="Corbel"/>
              <a:sym typeface="Corbel"/>
            </a:endParaRPr>
          </a:p>
          <a:p>
            <a:pPr indent="0" lvl="0" marL="0" rtl="0" algn="l">
              <a:lnSpc>
                <a:spcPct val="80000"/>
              </a:lnSpc>
              <a:spcBef>
                <a:spcPts val="2000"/>
              </a:spcBef>
              <a:spcAft>
                <a:spcPts val="0"/>
              </a:spcAft>
              <a:buNone/>
            </a:pPr>
            <a:r>
              <a:t/>
            </a:r>
            <a:endParaRPr sz="3200">
              <a:latin typeface="Microsoft JhengHei"/>
              <a:ea typeface="Microsoft JhengHei"/>
              <a:cs typeface="Microsoft JhengHei"/>
              <a:sym typeface="Microsoft JhengHei"/>
            </a:endParaRPr>
          </a:p>
          <a:p>
            <a:pPr indent="0" lvl="0" marL="0" rtl="0" algn="l">
              <a:lnSpc>
                <a:spcPct val="80000"/>
              </a:lnSpc>
              <a:spcBef>
                <a:spcPts val="2000"/>
              </a:spcBef>
              <a:spcAft>
                <a:spcPts val="1600"/>
              </a:spcAft>
              <a:buNone/>
            </a:pPr>
            <a:r>
              <a:t/>
            </a:r>
            <a:endParaRPr sz="3200">
              <a:latin typeface="Microsoft JhengHei"/>
              <a:ea typeface="Microsoft JhengHei"/>
              <a:cs typeface="Microsoft JhengHei"/>
              <a:sym typeface="Microsoft JhengHe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380" name="Shape 380"/>
        <p:cNvGrpSpPr/>
        <p:nvPr/>
      </p:nvGrpSpPr>
      <p:grpSpPr>
        <a:xfrm>
          <a:off x="0" y="0"/>
          <a:ext cx="0" cy="0"/>
          <a:chOff x="0" y="0"/>
          <a:chExt cx="0" cy="0"/>
        </a:xfrm>
      </p:grpSpPr>
      <p:sp>
        <p:nvSpPr>
          <p:cNvPr id="381" name="Google Shape;381;p64"/>
          <p:cNvSpPr txBox="1"/>
          <p:nvPr/>
        </p:nvSpPr>
        <p:spPr>
          <a:xfrm>
            <a:off x="0" y="1656363"/>
            <a:ext cx="9144000" cy="1246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2500">
              <a:latin typeface="Corbel"/>
              <a:ea typeface="Corbel"/>
              <a:cs typeface="Corbel"/>
              <a:sym typeface="Corbel"/>
            </a:endParaRPr>
          </a:p>
          <a:p>
            <a:pPr indent="0" lvl="0" marL="0" rtl="0" algn="l">
              <a:spcBef>
                <a:spcPts val="0"/>
              </a:spcBef>
              <a:spcAft>
                <a:spcPts val="0"/>
              </a:spcAft>
              <a:buNone/>
            </a:pPr>
            <a:r>
              <a:rPr b="1" lang="en" sz="4400">
                <a:latin typeface="Corbel"/>
                <a:ea typeface="Corbel"/>
                <a:cs typeface="Corbel"/>
                <a:sym typeface="Corbel"/>
              </a:rPr>
              <a:t>             </a:t>
            </a:r>
            <a:endParaRPr b="1" sz="3500">
              <a:solidFill>
                <a:srgbClr val="FF4D00"/>
              </a:solidFill>
              <a:highlight>
                <a:srgbClr val="FFFFFF"/>
              </a:highlight>
              <a:latin typeface="Corbel"/>
              <a:ea typeface="Corbel"/>
              <a:cs typeface="Corbel"/>
              <a:sym typeface="Corbel"/>
            </a:endParaRPr>
          </a:p>
        </p:txBody>
      </p:sp>
      <p:sp>
        <p:nvSpPr>
          <p:cNvPr id="382" name="Google Shape;382;p64"/>
          <p:cNvSpPr txBox="1"/>
          <p:nvPr>
            <p:ph idx="4294967295" type="body"/>
          </p:nvPr>
        </p:nvSpPr>
        <p:spPr>
          <a:xfrm>
            <a:off x="0" y="0"/>
            <a:ext cx="9144000" cy="25719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None/>
            </a:pPr>
            <a:r>
              <a:t/>
            </a:r>
            <a:endParaRPr b="1" sz="1400">
              <a:solidFill>
                <a:srgbClr val="000000"/>
              </a:solidFill>
              <a:latin typeface="Corbel"/>
              <a:ea typeface="Corbel"/>
              <a:cs typeface="Corbel"/>
              <a:sym typeface="Corbel"/>
            </a:endParaRPr>
          </a:p>
          <a:p>
            <a:pPr indent="0" lvl="0" marL="0" rtl="0" algn="ctr">
              <a:lnSpc>
                <a:spcPct val="80000"/>
              </a:lnSpc>
              <a:spcBef>
                <a:spcPts val="0"/>
              </a:spcBef>
              <a:spcAft>
                <a:spcPts val="0"/>
              </a:spcAft>
              <a:buNone/>
            </a:pPr>
            <a:r>
              <a:rPr b="1" lang="en" sz="3000">
                <a:solidFill>
                  <a:srgbClr val="000000"/>
                </a:solidFill>
                <a:latin typeface="Corbel"/>
                <a:ea typeface="Corbel"/>
                <a:cs typeface="Corbel"/>
                <a:sym typeface="Corbel"/>
              </a:rPr>
              <a:t>  </a:t>
            </a:r>
            <a:r>
              <a:rPr b="1" lang="en" sz="4000" u="sng">
                <a:solidFill>
                  <a:srgbClr val="FF0000"/>
                </a:solidFill>
                <a:latin typeface="Corbel"/>
                <a:ea typeface="Corbel"/>
                <a:cs typeface="Corbel"/>
                <a:sym typeface="Corbel"/>
              </a:rPr>
              <a:t>Reminder:</a:t>
            </a:r>
            <a:endParaRPr b="1" sz="4000" u="sng">
              <a:solidFill>
                <a:srgbClr val="FF0000"/>
              </a:solidFill>
              <a:latin typeface="Corbel"/>
              <a:ea typeface="Corbel"/>
              <a:cs typeface="Corbel"/>
              <a:sym typeface="Corbel"/>
            </a:endParaRPr>
          </a:p>
          <a:p>
            <a:pPr indent="0" lvl="0" marL="0" rtl="0" algn="ctr">
              <a:lnSpc>
                <a:spcPct val="80000"/>
              </a:lnSpc>
              <a:spcBef>
                <a:spcPts val="0"/>
              </a:spcBef>
              <a:spcAft>
                <a:spcPts val="0"/>
              </a:spcAft>
              <a:buNone/>
            </a:pPr>
            <a:r>
              <a:t/>
            </a:r>
            <a:endParaRPr b="1" sz="4000">
              <a:solidFill>
                <a:srgbClr val="FF0000"/>
              </a:solidFill>
              <a:latin typeface="Corbel"/>
              <a:ea typeface="Corbel"/>
              <a:cs typeface="Corbel"/>
              <a:sym typeface="Corbel"/>
            </a:endParaRPr>
          </a:p>
          <a:p>
            <a:pPr indent="0" lvl="0" marL="0" rtl="0" algn="ctr">
              <a:lnSpc>
                <a:spcPct val="80000"/>
              </a:lnSpc>
              <a:spcBef>
                <a:spcPts val="0"/>
              </a:spcBef>
              <a:spcAft>
                <a:spcPts val="0"/>
              </a:spcAft>
              <a:buClr>
                <a:schemeClr val="dk1"/>
              </a:buClr>
              <a:buSzPts val="1100"/>
              <a:buFont typeface="Arial"/>
              <a:buNone/>
            </a:pPr>
            <a:r>
              <a:rPr b="1" lang="en" sz="3200">
                <a:solidFill>
                  <a:srgbClr val="000000"/>
                </a:solidFill>
                <a:latin typeface="Corbel"/>
                <a:ea typeface="Corbel"/>
                <a:cs typeface="Corbel"/>
                <a:sym typeface="Corbel"/>
              </a:rPr>
              <a:t>Quarterly Tithing Report</a:t>
            </a:r>
            <a:endParaRPr b="1" sz="3200">
              <a:solidFill>
                <a:srgbClr val="000000"/>
              </a:solidFill>
              <a:latin typeface="Corbel"/>
              <a:ea typeface="Corbel"/>
              <a:cs typeface="Corbel"/>
              <a:sym typeface="Corbel"/>
            </a:endParaRPr>
          </a:p>
          <a:p>
            <a:pPr indent="0" lvl="0" marL="0" rtl="0" algn="ctr">
              <a:lnSpc>
                <a:spcPct val="80000"/>
              </a:lnSpc>
              <a:spcBef>
                <a:spcPts val="0"/>
              </a:spcBef>
              <a:spcAft>
                <a:spcPts val="0"/>
              </a:spcAft>
              <a:buClr>
                <a:schemeClr val="dk1"/>
              </a:buClr>
              <a:buSzPts val="1100"/>
              <a:buFont typeface="Arial"/>
              <a:buNone/>
            </a:pPr>
            <a:r>
              <a:t/>
            </a:r>
            <a:endParaRPr b="1" sz="3200">
              <a:solidFill>
                <a:srgbClr val="000000"/>
              </a:solidFill>
              <a:latin typeface="Corbel"/>
              <a:ea typeface="Corbel"/>
              <a:cs typeface="Corbel"/>
              <a:sym typeface="Corbel"/>
            </a:endParaRPr>
          </a:p>
          <a:p>
            <a:pPr indent="0" lvl="0" marL="0" rtl="0" algn="ctr">
              <a:lnSpc>
                <a:spcPct val="80000"/>
              </a:lnSpc>
              <a:spcBef>
                <a:spcPts val="0"/>
              </a:spcBef>
              <a:spcAft>
                <a:spcPts val="0"/>
              </a:spcAft>
              <a:buClr>
                <a:schemeClr val="dk1"/>
              </a:buClr>
              <a:buSzPts val="1100"/>
              <a:buFont typeface="Arial"/>
              <a:buNone/>
            </a:pPr>
            <a:r>
              <a:rPr b="1" lang="en" sz="3200">
                <a:solidFill>
                  <a:srgbClr val="000000"/>
                </a:solidFill>
                <a:latin typeface="Corbel"/>
                <a:ea typeface="Corbel"/>
                <a:cs typeface="Corbel"/>
                <a:sym typeface="Corbel"/>
              </a:rPr>
              <a:t>Jan</a:t>
            </a:r>
            <a:endParaRPr b="1" sz="3200">
              <a:solidFill>
                <a:srgbClr val="000000"/>
              </a:solidFill>
              <a:latin typeface="Corbel"/>
              <a:ea typeface="Corbel"/>
              <a:cs typeface="Corbel"/>
              <a:sym typeface="Corbel"/>
            </a:endParaRPr>
          </a:p>
          <a:p>
            <a:pPr indent="0" lvl="0" marL="0" rtl="0" algn="ctr">
              <a:lnSpc>
                <a:spcPct val="80000"/>
              </a:lnSpc>
              <a:spcBef>
                <a:spcPts val="0"/>
              </a:spcBef>
              <a:spcAft>
                <a:spcPts val="0"/>
              </a:spcAft>
              <a:buClr>
                <a:schemeClr val="dk1"/>
              </a:buClr>
              <a:buSzPts val="1100"/>
              <a:buFont typeface="Arial"/>
              <a:buNone/>
            </a:pPr>
            <a:r>
              <a:t/>
            </a:r>
            <a:endParaRPr b="1" sz="3200">
              <a:solidFill>
                <a:srgbClr val="000000"/>
              </a:solidFill>
              <a:latin typeface="Corbel"/>
              <a:ea typeface="Corbel"/>
              <a:cs typeface="Corbel"/>
              <a:sym typeface="Corbel"/>
            </a:endParaRPr>
          </a:p>
          <a:p>
            <a:pPr indent="0" lvl="0" marL="0" rtl="0" algn="ctr">
              <a:lnSpc>
                <a:spcPct val="80000"/>
              </a:lnSpc>
              <a:spcBef>
                <a:spcPts val="0"/>
              </a:spcBef>
              <a:spcAft>
                <a:spcPts val="0"/>
              </a:spcAft>
              <a:buClr>
                <a:schemeClr val="dk1"/>
              </a:buClr>
              <a:buSzPts val="1100"/>
              <a:buFont typeface="Arial"/>
              <a:buNone/>
            </a:pPr>
            <a:r>
              <a:rPr b="1" lang="en" sz="3200">
                <a:solidFill>
                  <a:srgbClr val="000000"/>
                </a:solidFill>
                <a:latin typeface="Corbel"/>
                <a:ea typeface="Corbel"/>
                <a:cs typeface="Corbel"/>
                <a:sym typeface="Corbel"/>
              </a:rPr>
              <a:t>April</a:t>
            </a:r>
            <a:endParaRPr b="1" sz="3200">
              <a:solidFill>
                <a:srgbClr val="000000"/>
              </a:solidFill>
              <a:latin typeface="Corbel"/>
              <a:ea typeface="Corbel"/>
              <a:cs typeface="Corbel"/>
              <a:sym typeface="Corbel"/>
            </a:endParaRPr>
          </a:p>
          <a:p>
            <a:pPr indent="0" lvl="0" marL="0" rtl="0" algn="ctr">
              <a:lnSpc>
                <a:spcPct val="80000"/>
              </a:lnSpc>
              <a:spcBef>
                <a:spcPts val="0"/>
              </a:spcBef>
              <a:spcAft>
                <a:spcPts val="0"/>
              </a:spcAft>
              <a:buClr>
                <a:schemeClr val="dk1"/>
              </a:buClr>
              <a:buSzPts val="1100"/>
              <a:buFont typeface="Arial"/>
              <a:buNone/>
            </a:pPr>
            <a:r>
              <a:t/>
            </a:r>
            <a:endParaRPr b="1" sz="3200">
              <a:solidFill>
                <a:srgbClr val="000000"/>
              </a:solidFill>
              <a:latin typeface="Corbel"/>
              <a:ea typeface="Corbel"/>
              <a:cs typeface="Corbel"/>
              <a:sym typeface="Corbel"/>
            </a:endParaRPr>
          </a:p>
          <a:p>
            <a:pPr indent="0" lvl="0" marL="0" rtl="0" algn="ctr">
              <a:lnSpc>
                <a:spcPct val="80000"/>
              </a:lnSpc>
              <a:spcBef>
                <a:spcPts val="0"/>
              </a:spcBef>
              <a:spcAft>
                <a:spcPts val="0"/>
              </a:spcAft>
              <a:buClr>
                <a:schemeClr val="dk1"/>
              </a:buClr>
              <a:buSzPts val="1100"/>
              <a:buFont typeface="Arial"/>
              <a:buNone/>
            </a:pPr>
            <a:r>
              <a:rPr b="1" lang="en" sz="3200">
                <a:solidFill>
                  <a:srgbClr val="000000"/>
                </a:solidFill>
                <a:latin typeface="Corbel"/>
                <a:ea typeface="Corbel"/>
                <a:cs typeface="Corbel"/>
                <a:sym typeface="Corbel"/>
              </a:rPr>
              <a:t>July</a:t>
            </a:r>
            <a:endParaRPr b="1" sz="3200">
              <a:solidFill>
                <a:srgbClr val="000000"/>
              </a:solidFill>
              <a:latin typeface="Corbel"/>
              <a:ea typeface="Corbel"/>
              <a:cs typeface="Corbel"/>
              <a:sym typeface="Corbel"/>
            </a:endParaRPr>
          </a:p>
          <a:p>
            <a:pPr indent="0" lvl="0" marL="0" rtl="0" algn="ctr">
              <a:lnSpc>
                <a:spcPct val="80000"/>
              </a:lnSpc>
              <a:spcBef>
                <a:spcPts val="0"/>
              </a:spcBef>
              <a:spcAft>
                <a:spcPts val="0"/>
              </a:spcAft>
              <a:buClr>
                <a:schemeClr val="dk1"/>
              </a:buClr>
              <a:buSzPts val="1100"/>
              <a:buFont typeface="Arial"/>
              <a:buNone/>
            </a:pPr>
            <a:r>
              <a:t/>
            </a:r>
            <a:endParaRPr b="1" sz="3200">
              <a:solidFill>
                <a:srgbClr val="000000"/>
              </a:solidFill>
              <a:latin typeface="Corbel"/>
              <a:ea typeface="Corbel"/>
              <a:cs typeface="Corbel"/>
              <a:sym typeface="Corbel"/>
            </a:endParaRPr>
          </a:p>
          <a:p>
            <a:pPr indent="0" lvl="0" marL="0" rtl="0" algn="ctr">
              <a:lnSpc>
                <a:spcPct val="80000"/>
              </a:lnSpc>
              <a:spcBef>
                <a:spcPts val="0"/>
              </a:spcBef>
              <a:spcAft>
                <a:spcPts val="0"/>
              </a:spcAft>
              <a:buClr>
                <a:schemeClr val="dk1"/>
              </a:buClr>
              <a:buSzPts val="1100"/>
              <a:buFont typeface="Arial"/>
              <a:buNone/>
            </a:pPr>
            <a:r>
              <a:rPr b="1" lang="en" sz="3200">
                <a:solidFill>
                  <a:srgbClr val="000000"/>
                </a:solidFill>
                <a:latin typeface="Corbel"/>
                <a:ea typeface="Corbel"/>
                <a:cs typeface="Corbel"/>
                <a:sym typeface="Corbel"/>
              </a:rPr>
              <a:t>October</a:t>
            </a:r>
            <a:endParaRPr b="1" sz="3200">
              <a:solidFill>
                <a:srgbClr val="000000"/>
              </a:solidFill>
              <a:latin typeface="Corbel"/>
              <a:ea typeface="Corbel"/>
              <a:cs typeface="Corbel"/>
              <a:sym typeface="Corbel"/>
            </a:endParaRPr>
          </a:p>
          <a:p>
            <a:pPr indent="0" lvl="0" marL="0" rtl="0" algn="ctr">
              <a:lnSpc>
                <a:spcPct val="100000"/>
              </a:lnSpc>
              <a:spcBef>
                <a:spcPts val="0"/>
              </a:spcBef>
              <a:spcAft>
                <a:spcPts val="0"/>
              </a:spcAft>
              <a:buNone/>
            </a:pPr>
            <a:r>
              <a:t/>
            </a:r>
            <a:endParaRPr b="1" sz="3200">
              <a:solidFill>
                <a:srgbClr val="000000"/>
              </a:solidFill>
              <a:latin typeface="Corbel"/>
              <a:ea typeface="Corbel"/>
              <a:cs typeface="Corbel"/>
              <a:sym typeface="Corbel"/>
            </a:endParaRPr>
          </a:p>
          <a:p>
            <a:pPr indent="0" lvl="0" marL="0" rtl="0" algn="ctr">
              <a:lnSpc>
                <a:spcPct val="70000"/>
              </a:lnSpc>
              <a:spcBef>
                <a:spcPts val="0"/>
              </a:spcBef>
              <a:spcAft>
                <a:spcPts val="0"/>
              </a:spcAft>
              <a:buNone/>
            </a:pPr>
            <a:r>
              <a:t/>
            </a:r>
            <a:endParaRPr b="1" sz="4300">
              <a:solidFill>
                <a:srgbClr val="CC4125"/>
              </a:solidFill>
              <a:latin typeface="Corbel"/>
              <a:ea typeface="Corbel"/>
              <a:cs typeface="Corbel"/>
              <a:sym typeface="Corbel"/>
            </a:endParaRPr>
          </a:p>
          <a:p>
            <a:pPr indent="0" lvl="0" marL="0" rtl="0" algn="l">
              <a:lnSpc>
                <a:spcPct val="80000"/>
              </a:lnSpc>
              <a:spcBef>
                <a:spcPts val="2000"/>
              </a:spcBef>
              <a:spcAft>
                <a:spcPts val="0"/>
              </a:spcAft>
              <a:buNone/>
            </a:pPr>
            <a:r>
              <a:t/>
            </a:r>
            <a:endParaRPr sz="3200">
              <a:latin typeface="Microsoft JhengHei"/>
              <a:ea typeface="Microsoft JhengHei"/>
              <a:cs typeface="Microsoft JhengHei"/>
              <a:sym typeface="Microsoft JhengHei"/>
            </a:endParaRPr>
          </a:p>
          <a:p>
            <a:pPr indent="0" lvl="0" marL="0" rtl="0" algn="l">
              <a:lnSpc>
                <a:spcPct val="80000"/>
              </a:lnSpc>
              <a:spcBef>
                <a:spcPts val="2000"/>
              </a:spcBef>
              <a:spcAft>
                <a:spcPts val="1600"/>
              </a:spcAft>
              <a:buNone/>
            </a:pPr>
            <a:r>
              <a:t/>
            </a:r>
            <a:endParaRPr sz="3200">
              <a:latin typeface="Microsoft JhengHei"/>
              <a:ea typeface="Microsoft JhengHei"/>
              <a:cs typeface="Microsoft JhengHei"/>
              <a:sym typeface="Microsoft JhengHe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86" name="Shape 386"/>
        <p:cNvGrpSpPr/>
        <p:nvPr/>
      </p:nvGrpSpPr>
      <p:grpSpPr>
        <a:xfrm>
          <a:off x="0" y="0"/>
          <a:ext cx="0" cy="0"/>
          <a:chOff x="0" y="0"/>
          <a:chExt cx="0" cy="0"/>
        </a:xfrm>
      </p:grpSpPr>
      <p:sp>
        <p:nvSpPr>
          <p:cNvPr id="387" name="Google Shape;387;p65"/>
          <p:cNvSpPr txBox="1"/>
          <p:nvPr>
            <p:ph type="title"/>
          </p:nvPr>
        </p:nvSpPr>
        <p:spPr>
          <a:xfrm>
            <a:off x="-73075" y="-9"/>
            <a:ext cx="8931300" cy="1198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600">
                <a:solidFill>
                  <a:schemeClr val="dk1"/>
                </a:solidFill>
              </a:rPr>
              <a:t>奉獻報告 Church Tithes and Offering Report</a:t>
            </a:r>
            <a:endParaRPr b="1" sz="3600">
              <a:solidFill>
                <a:schemeClr val="dk1"/>
              </a:solidFill>
            </a:endParaRPr>
          </a:p>
        </p:txBody>
      </p:sp>
      <p:sp>
        <p:nvSpPr>
          <p:cNvPr id="388" name="Google Shape;388;p65"/>
          <p:cNvSpPr txBox="1"/>
          <p:nvPr>
            <p:ph idx="1" type="body"/>
          </p:nvPr>
        </p:nvSpPr>
        <p:spPr>
          <a:xfrm>
            <a:off x="153125" y="1336100"/>
            <a:ext cx="8760300" cy="36951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3600">
                <a:solidFill>
                  <a:srgbClr val="000000"/>
                </a:solidFill>
                <a:highlight>
                  <a:srgbClr val="FFFF00"/>
                </a:highlight>
                <a:latin typeface="Times New Roman"/>
                <a:ea typeface="Times New Roman"/>
                <a:cs typeface="Times New Roman"/>
                <a:sym typeface="Times New Roman"/>
              </a:rPr>
              <a:t>2026</a:t>
            </a:r>
            <a:r>
              <a:rPr b="1" lang="en" sz="3600">
                <a:solidFill>
                  <a:srgbClr val="000000"/>
                </a:solidFill>
                <a:highlight>
                  <a:srgbClr val="FFFF00"/>
                </a:highlight>
                <a:latin typeface="DFKai-SB"/>
                <a:ea typeface="DFKai-SB"/>
                <a:cs typeface="DFKai-SB"/>
                <a:sym typeface="DFKai-SB"/>
              </a:rPr>
              <a:t>年第2季度奉獻</a:t>
            </a:r>
            <a:r>
              <a:rPr b="1" lang="en" sz="3600">
                <a:solidFill>
                  <a:srgbClr val="000000"/>
                </a:solidFill>
                <a:highlight>
                  <a:srgbClr val="FFFF00"/>
                </a:highlight>
                <a:latin typeface="Times New Roman"/>
                <a:ea typeface="Times New Roman"/>
                <a:cs typeface="Times New Roman"/>
                <a:sym typeface="Times New Roman"/>
              </a:rPr>
              <a:t>:</a:t>
            </a:r>
            <a:endParaRPr b="1" sz="3600">
              <a:solidFill>
                <a:srgbClr val="000000"/>
              </a:solidFill>
              <a:highlight>
                <a:srgbClr val="FFFF00"/>
              </a:highlight>
              <a:latin typeface="Times New Roman"/>
              <a:ea typeface="Times New Roman"/>
              <a:cs typeface="Times New Roman"/>
              <a:sym typeface="Times New Roman"/>
            </a:endParaRPr>
          </a:p>
          <a:p>
            <a:pPr indent="457200" lvl="0" marL="2743200" rtl="0" algn="l">
              <a:lnSpc>
                <a:spcPct val="84000"/>
              </a:lnSpc>
              <a:spcBef>
                <a:spcPts val="0"/>
              </a:spcBef>
              <a:spcAft>
                <a:spcPts val="0"/>
              </a:spcAft>
              <a:buNone/>
            </a:pPr>
            <a:r>
              <a:rPr b="1" lang="en" sz="2700" u="sng">
                <a:solidFill>
                  <a:schemeClr val="dk1"/>
                </a:solidFill>
                <a:latin typeface="Times New Roman"/>
                <a:ea typeface="Times New Roman"/>
                <a:cs typeface="Times New Roman"/>
                <a:sym typeface="Times New Roman"/>
              </a:rPr>
              <a:t>  4</a:t>
            </a:r>
            <a:r>
              <a:rPr b="1" lang="en" sz="2700" u="sng">
                <a:solidFill>
                  <a:schemeClr val="dk1"/>
                </a:solidFill>
                <a:latin typeface="DFKai-SB"/>
                <a:ea typeface="DFKai-SB"/>
                <a:cs typeface="DFKai-SB"/>
                <a:sym typeface="DFKai-SB"/>
              </a:rPr>
              <a:t>月</a:t>
            </a:r>
            <a:r>
              <a:rPr b="1" lang="en" sz="2700">
                <a:solidFill>
                  <a:schemeClr val="dk1"/>
                </a:solidFill>
                <a:latin typeface="Times New Roman"/>
                <a:ea typeface="Times New Roman"/>
                <a:cs typeface="Times New Roman"/>
                <a:sym typeface="Times New Roman"/>
              </a:rPr>
              <a:t>		       5 </a:t>
            </a:r>
            <a:r>
              <a:rPr b="1" lang="en" sz="2700" u="sng">
                <a:solidFill>
                  <a:schemeClr val="dk1"/>
                </a:solidFill>
                <a:latin typeface="DFKai-SB"/>
                <a:ea typeface="DFKai-SB"/>
                <a:cs typeface="DFKai-SB"/>
                <a:sym typeface="DFKai-SB"/>
              </a:rPr>
              <a:t>月</a:t>
            </a:r>
            <a:r>
              <a:rPr b="1" lang="en" sz="2700">
                <a:solidFill>
                  <a:schemeClr val="dk1"/>
                </a:solidFill>
                <a:latin typeface="Times New Roman"/>
                <a:ea typeface="Times New Roman"/>
                <a:cs typeface="Times New Roman"/>
                <a:sym typeface="Times New Roman"/>
              </a:rPr>
              <a:t>		        6</a:t>
            </a:r>
            <a:r>
              <a:rPr b="1" lang="en" sz="2700" u="sng">
                <a:solidFill>
                  <a:schemeClr val="dk1"/>
                </a:solidFill>
                <a:latin typeface="DFKai-SB"/>
                <a:ea typeface="DFKai-SB"/>
                <a:cs typeface="DFKai-SB"/>
                <a:sym typeface="DFKai-SB"/>
              </a:rPr>
              <a:t>月</a:t>
            </a:r>
            <a:endParaRPr b="1" sz="2700" u="sng">
              <a:solidFill>
                <a:schemeClr val="dk1"/>
              </a:solidFill>
              <a:latin typeface="DFKai-SB"/>
              <a:ea typeface="DFKai-SB"/>
              <a:cs typeface="DFKai-SB"/>
              <a:sym typeface="DFKai-SB"/>
            </a:endParaRPr>
          </a:p>
          <a:p>
            <a:pPr indent="0" lvl="0" marL="0" rtl="0" algn="l">
              <a:lnSpc>
                <a:spcPct val="84000"/>
              </a:lnSpc>
              <a:spcBef>
                <a:spcPts val="0"/>
              </a:spcBef>
              <a:spcAft>
                <a:spcPts val="0"/>
              </a:spcAft>
              <a:buNone/>
            </a:pPr>
            <a:r>
              <a:rPr b="1" lang="en" sz="2300">
                <a:solidFill>
                  <a:schemeClr val="dk1"/>
                </a:solidFill>
                <a:latin typeface="DFKai-SB"/>
                <a:ea typeface="DFKai-SB"/>
                <a:cs typeface="DFKai-SB"/>
                <a:sym typeface="DFKai-SB"/>
              </a:rPr>
              <a:t>十一奉獻</a:t>
            </a:r>
            <a:r>
              <a:rPr b="1" lang="en">
                <a:solidFill>
                  <a:schemeClr val="dk1"/>
                </a:solidFill>
                <a:latin typeface="Roboto"/>
                <a:ea typeface="Roboto"/>
                <a:cs typeface="Roboto"/>
                <a:sym typeface="Roboto"/>
              </a:rPr>
              <a:t>:  				    $3,131.00	 	     $13,282.00 		$9,211.00</a:t>
            </a:r>
            <a:endParaRPr b="1">
              <a:solidFill>
                <a:schemeClr val="dk1"/>
              </a:solidFill>
              <a:latin typeface="Roboto"/>
              <a:ea typeface="Roboto"/>
              <a:cs typeface="Roboto"/>
              <a:sym typeface="Roboto"/>
            </a:endParaRPr>
          </a:p>
          <a:p>
            <a:pPr indent="0" lvl="0" marL="0" rtl="0" algn="l">
              <a:lnSpc>
                <a:spcPct val="84000"/>
              </a:lnSpc>
              <a:spcBef>
                <a:spcPts val="0"/>
              </a:spcBef>
              <a:spcAft>
                <a:spcPts val="0"/>
              </a:spcAft>
              <a:buNone/>
            </a:pPr>
            <a:r>
              <a:rPr b="1" lang="en" sz="2300">
                <a:solidFill>
                  <a:schemeClr val="dk1"/>
                </a:solidFill>
                <a:latin typeface="DFKai-SB"/>
                <a:ea typeface="DFKai-SB"/>
                <a:cs typeface="DFKai-SB"/>
                <a:sym typeface="DFKai-SB"/>
              </a:rPr>
              <a:t>其他奉獻</a:t>
            </a:r>
            <a:r>
              <a:rPr b="1" lang="en">
                <a:solidFill>
                  <a:schemeClr val="dk1"/>
                </a:solidFill>
                <a:latin typeface="Roboto"/>
                <a:ea typeface="Roboto"/>
                <a:cs typeface="Roboto"/>
                <a:sym typeface="Roboto"/>
              </a:rPr>
              <a:t>:	Love Offering             -                         $300.00               $202.00                           	</a:t>
            </a:r>
            <a:endParaRPr b="1">
              <a:solidFill>
                <a:schemeClr val="dk1"/>
              </a:solidFill>
              <a:latin typeface="Roboto"/>
              <a:ea typeface="Roboto"/>
              <a:cs typeface="Roboto"/>
              <a:sym typeface="Roboto"/>
            </a:endParaRPr>
          </a:p>
          <a:p>
            <a:pPr indent="0" lvl="0" marL="0" rtl="0" algn="l">
              <a:lnSpc>
                <a:spcPct val="84000"/>
              </a:lnSpc>
              <a:spcBef>
                <a:spcPts val="1600"/>
              </a:spcBef>
              <a:spcAft>
                <a:spcPts val="0"/>
              </a:spcAft>
              <a:buNone/>
            </a:pPr>
            <a:r>
              <a:rPr b="1" lang="en" sz="1800">
                <a:solidFill>
                  <a:schemeClr val="dk1"/>
                </a:solidFill>
                <a:latin typeface="Roboto"/>
                <a:ea typeface="Roboto"/>
                <a:cs typeface="Roboto"/>
                <a:sym typeface="Roboto"/>
              </a:rPr>
              <a:t>                    </a:t>
            </a:r>
            <a:r>
              <a:rPr b="1" lang="en">
                <a:solidFill>
                  <a:schemeClr val="dk1"/>
                </a:solidFill>
                <a:latin typeface="Roboto"/>
                <a:ea typeface="Roboto"/>
                <a:cs typeface="Roboto"/>
                <a:sym typeface="Roboto"/>
              </a:rPr>
              <a:t>                             ----------------------------------------------------------</a:t>
            </a:r>
            <a:endParaRPr b="1">
              <a:solidFill>
                <a:schemeClr val="dk1"/>
              </a:solidFill>
              <a:latin typeface="Roboto"/>
              <a:ea typeface="Roboto"/>
              <a:cs typeface="Roboto"/>
              <a:sym typeface="Roboto"/>
            </a:endParaRPr>
          </a:p>
          <a:p>
            <a:pPr indent="0" lvl="0" marL="0" rtl="0" algn="l">
              <a:lnSpc>
                <a:spcPct val="84000"/>
              </a:lnSpc>
              <a:spcBef>
                <a:spcPts val="1600"/>
              </a:spcBef>
              <a:spcAft>
                <a:spcPts val="0"/>
              </a:spcAft>
              <a:buNone/>
            </a:pPr>
            <a:r>
              <a:rPr b="1" lang="en" sz="2300">
                <a:solidFill>
                  <a:schemeClr val="dk1"/>
                </a:solidFill>
                <a:latin typeface="DFKai-SB"/>
                <a:ea typeface="DFKai-SB"/>
                <a:cs typeface="DFKai-SB"/>
                <a:sym typeface="DFKai-SB"/>
              </a:rPr>
              <a:t>奉獻總數</a:t>
            </a:r>
            <a:r>
              <a:rPr b="1" lang="en">
                <a:solidFill>
                  <a:schemeClr val="dk1"/>
                </a:solidFill>
                <a:latin typeface="Roboto"/>
                <a:ea typeface="Roboto"/>
                <a:cs typeface="Roboto"/>
                <a:sym typeface="Roboto"/>
              </a:rPr>
              <a:t>: 		 		    $3,131.00             $13,582.00            $9,413.00</a:t>
            </a:r>
            <a:endParaRPr b="1">
              <a:solidFill>
                <a:schemeClr val="dk1"/>
              </a:solidFill>
              <a:latin typeface="Roboto"/>
              <a:ea typeface="Roboto"/>
              <a:cs typeface="Roboto"/>
              <a:sym typeface="Roboto"/>
            </a:endParaRPr>
          </a:p>
          <a:p>
            <a:pPr indent="0" lvl="0" marL="0" rtl="0" algn="l">
              <a:lnSpc>
                <a:spcPct val="100000"/>
              </a:lnSpc>
              <a:spcBef>
                <a:spcPts val="1600"/>
              </a:spcBef>
              <a:spcAft>
                <a:spcPts val="16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392" name="Shape 392"/>
        <p:cNvGrpSpPr/>
        <p:nvPr/>
      </p:nvGrpSpPr>
      <p:grpSpPr>
        <a:xfrm>
          <a:off x="0" y="0"/>
          <a:ext cx="0" cy="0"/>
          <a:chOff x="0" y="0"/>
          <a:chExt cx="0" cy="0"/>
        </a:xfrm>
      </p:grpSpPr>
      <p:sp>
        <p:nvSpPr>
          <p:cNvPr id="393" name="Google Shape;393;p66"/>
          <p:cNvSpPr txBox="1"/>
          <p:nvPr/>
        </p:nvSpPr>
        <p:spPr>
          <a:xfrm>
            <a:off x="0" y="209750"/>
            <a:ext cx="9144000" cy="3840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t/>
            </a:r>
            <a:endParaRPr sz="4600">
              <a:solidFill>
                <a:srgbClr val="FF0000"/>
              </a:solidFill>
            </a:endParaRPr>
          </a:p>
          <a:p>
            <a:pPr indent="0" lvl="0" marL="0" rtl="0" algn="l">
              <a:spcBef>
                <a:spcPts val="0"/>
              </a:spcBef>
              <a:spcAft>
                <a:spcPts val="0"/>
              </a:spcAft>
              <a:buNone/>
            </a:pPr>
            <a:r>
              <a:t/>
            </a:r>
            <a:endParaRPr sz="3600">
              <a:latin typeface="Times New Roman"/>
              <a:ea typeface="Times New Roman"/>
              <a:cs typeface="Times New Roman"/>
              <a:sym typeface="Times New Roman"/>
            </a:endParaRPr>
          </a:p>
          <a:p>
            <a:pPr indent="0" lvl="0" marL="0" rtl="0" algn="l">
              <a:spcBef>
                <a:spcPts val="0"/>
              </a:spcBef>
              <a:spcAft>
                <a:spcPts val="0"/>
              </a:spcAft>
              <a:buNone/>
            </a:pPr>
            <a:r>
              <a:rPr b="1" i="1" lang="en" sz="3600">
                <a:latin typeface="Times New Roman"/>
                <a:ea typeface="Times New Roman"/>
                <a:cs typeface="Times New Roman"/>
                <a:sym typeface="Times New Roman"/>
              </a:rPr>
              <a:t> **Month End </a:t>
            </a:r>
            <a:endParaRPr b="1" i="1" sz="3600">
              <a:latin typeface="Times New Roman"/>
              <a:ea typeface="Times New Roman"/>
              <a:cs typeface="Times New Roman"/>
              <a:sym typeface="Times New Roman"/>
            </a:endParaRPr>
          </a:p>
          <a:p>
            <a:pPr indent="0" lvl="0" marL="0" rtl="0" algn="l">
              <a:spcBef>
                <a:spcPts val="0"/>
              </a:spcBef>
              <a:spcAft>
                <a:spcPts val="0"/>
              </a:spcAft>
              <a:buNone/>
            </a:pPr>
            <a:r>
              <a:rPr b="1" i="1" lang="en" sz="3600">
                <a:latin typeface="Times New Roman"/>
                <a:ea typeface="Times New Roman"/>
                <a:cs typeface="Times New Roman"/>
                <a:sym typeface="Times New Roman"/>
              </a:rPr>
              <a:t>      Birthday</a:t>
            </a:r>
            <a:endParaRPr b="1" i="1" sz="3600">
              <a:latin typeface="Times New Roman"/>
              <a:ea typeface="Times New Roman"/>
              <a:cs typeface="Times New Roman"/>
              <a:sym typeface="Times New Roman"/>
            </a:endParaRPr>
          </a:p>
          <a:p>
            <a:pPr indent="0" lvl="0" marL="0" rtl="0" algn="l">
              <a:spcBef>
                <a:spcPts val="0"/>
              </a:spcBef>
              <a:spcAft>
                <a:spcPts val="0"/>
              </a:spcAft>
              <a:buNone/>
            </a:pPr>
            <a:r>
              <a:rPr b="1" i="1" lang="en" sz="3600">
                <a:latin typeface="Times New Roman"/>
                <a:ea typeface="Times New Roman"/>
                <a:cs typeface="Times New Roman"/>
                <a:sym typeface="Times New Roman"/>
              </a:rPr>
              <a:t>     Reminder**</a:t>
            </a:r>
            <a:endParaRPr b="1" i="1" sz="3600">
              <a:latin typeface="Times New Roman"/>
              <a:ea typeface="Times New Roman"/>
              <a:cs typeface="Times New Roman"/>
              <a:sym typeface="Times New Roman"/>
            </a:endParaRPr>
          </a:p>
          <a:p>
            <a:pPr indent="0" lvl="0" marL="0" rtl="0" algn="ctr">
              <a:spcBef>
                <a:spcPts val="0"/>
              </a:spcBef>
              <a:spcAft>
                <a:spcPts val="0"/>
              </a:spcAft>
              <a:buNone/>
            </a:pPr>
            <a:r>
              <a:t/>
            </a:r>
            <a:endParaRPr sz="4600">
              <a:solidFill>
                <a:srgbClr val="FF000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397" name="Shape 397"/>
        <p:cNvGrpSpPr/>
        <p:nvPr/>
      </p:nvGrpSpPr>
      <p:grpSpPr>
        <a:xfrm>
          <a:off x="0" y="0"/>
          <a:ext cx="0" cy="0"/>
          <a:chOff x="0" y="0"/>
          <a:chExt cx="0" cy="0"/>
        </a:xfrm>
      </p:grpSpPr>
      <p:sp>
        <p:nvSpPr>
          <p:cNvPr id="398" name="Google Shape;398;p67"/>
          <p:cNvSpPr txBox="1"/>
          <p:nvPr/>
        </p:nvSpPr>
        <p:spPr>
          <a:xfrm>
            <a:off x="0" y="0"/>
            <a:ext cx="91440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4600"/>
              <a:t>  </a:t>
            </a:r>
            <a:r>
              <a:rPr lang="en" sz="4600">
                <a:solidFill>
                  <a:srgbClr val="FF0000"/>
                </a:solidFill>
                <a:highlight>
                  <a:srgbClr val="FFFF00"/>
                </a:highlight>
              </a:rPr>
              <a:t>❤️</a:t>
            </a:r>
            <a:r>
              <a:rPr b="1" lang="en" sz="3300">
                <a:highlight>
                  <a:srgbClr val="FFFF00"/>
                </a:highlight>
                <a:latin typeface="Lexend Deca"/>
                <a:ea typeface="Lexend Deca"/>
                <a:cs typeface="Lexend Deca"/>
                <a:sym typeface="Lexend Deca"/>
              </a:rPr>
              <a:t>7月份生日的家人們</a:t>
            </a:r>
            <a:r>
              <a:rPr lang="en" sz="4600">
                <a:solidFill>
                  <a:srgbClr val="FF0000"/>
                </a:solidFill>
                <a:highlight>
                  <a:srgbClr val="FFFF00"/>
                </a:highlight>
              </a:rPr>
              <a:t>❤️</a:t>
            </a:r>
            <a:r>
              <a:rPr lang="en" sz="4600"/>
              <a:t> </a:t>
            </a:r>
            <a:endParaRPr sz="4600">
              <a:solidFill>
                <a:srgbClr val="FF0000"/>
              </a:solidFill>
            </a:endParaRPr>
          </a:p>
        </p:txBody>
      </p:sp>
      <p:sp>
        <p:nvSpPr>
          <p:cNvPr id="399" name="Google Shape;399;p67"/>
          <p:cNvSpPr txBox="1"/>
          <p:nvPr/>
        </p:nvSpPr>
        <p:spPr>
          <a:xfrm>
            <a:off x="298800" y="892800"/>
            <a:ext cx="4076400" cy="2816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5200">
                <a:solidFill>
                  <a:srgbClr val="4C1130"/>
                </a:solidFill>
                <a:highlight>
                  <a:schemeClr val="dk1"/>
                </a:highlight>
                <a:latin typeface="DFKai-SB"/>
                <a:ea typeface="DFKai-SB"/>
                <a:cs typeface="DFKai-SB"/>
                <a:sym typeface="DFKai-SB"/>
              </a:rPr>
              <a:t>孫强</a:t>
            </a:r>
            <a:endParaRPr b="1" sz="5200">
              <a:solidFill>
                <a:srgbClr val="4C1130"/>
              </a:solidFill>
              <a:highlight>
                <a:schemeClr val="dk1"/>
              </a:highlight>
              <a:latin typeface="DFKai-SB"/>
              <a:ea typeface="DFKai-SB"/>
              <a:cs typeface="DFKai-SB"/>
              <a:sym typeface="DFKai-SB"/>
            </a:endParaRPr>
          </a:p>
          <a:p>
            <a:pPr indent="0" lvl="0" marL="0" rtl="0" algn="ctr">
              <a:spcBef>
                <a:spcPts val="0"/>
              </a:spcBef>
              <a:spcAft>
                <a:spcPts val="0"/>
              </a:spcAft>
              <a:buNone/>
            </a:pPr>
            <a:r>
              <a:t/>
            </a:r>
            <a:endParaRPr b="1" sz="1600">
              <a:solidFill>
                <a:srgbClr val="274E13"/>
              </a:solidFill>
              <a:highlight>
                <a:schemeClr val="dk1"/>
              </a:highlight>
              <a:latin typeface="DFKai-SB"/>
              <a:ea typeface="DFKai-SB"/>
              <a:cs typeface="DFKai-SB"/>
              <a:sym typeface="DFKai-SB"/>
            </a:endParaRPr>
          </a:p>
          <a:p>
            <a:pPr indent="0" lvl="0" marL="0" rtl="0" algn="ctr">
              <a:spcBef>
                <a:spcPts val="0"/>
              </a:spcBef>
              <a:spcAft>
                <a:spcPts val="0"/>
              </a:spcAft>
              <a:buNone/>
            </a:pPr>
            <a:r>
              <a:rPr b="1" lang="en" sz="5200">
                <a:solidFill>
                  <a:srgbClr val="274E13"/>
                </a:solidFill>
                <a:highlight>
                  <a:schemeClr val="dk1"/>
                </a:highlight>
                <a:latin typeface="DFKai-SB"/>
                <a:ea typeface="DFKai-SB"/>
                <a:cs typeface="DFKai-SB"/>
                <a:sym typeface="DFKai-SB"/>
              </a:rPr>
              <a:t>邱春林</a:t>
            </a:r>
            <a:endParaRPr b="1" sz="5200">
              <a:solidFill>
                <a:srgbClr val="274E13"/>
              </a:solidFill>
              <a:highlight>
                <a:schemeClr val="dk1"/>
              </a:highlight>
              <a:latin typeface="DFKai-SB"/>
              <a:ea typeface="DFKai-SB"/>
              <a:cs typeface="DFKai-SB"/>
              <a:sym typeface="DFKai-SB"/>
            </a:endParaRPr>
          </a:p>
          <a:p>
            <a:pPr indent="0" lvl="0" marL="0" rtl="0" algn="ctr">
              <a:spcBef>
                <a:spcPts val="0"/>
              </a:spcBef>
              <a:spcAft>
                <a:spcPts val="0"/>
              </a:spcAft>
              <a:buNone/>
            </a:pPr>
            <a:r>
              <a:t/>
            </a:r>
            <a:endParaRPr b="1" sz="1600">
              <a:solidFill>
                <a:srgbClr val="274E13"/>
              </a:solidFill>
              <a:highlight>
                <a:schemeClr val="dk1"/>
              </a:highlight>
              <a:latin typeface="DFKai-SB"/>
              <a:ea typeface="DFKai-SB"/>
              <a:cs typeface="DFKai-SB"/>
              <a:sym typeface="DFKai-SB"/>
            </a:endParaRPr>
          </a:p>
          <a:p>
            <a:pPr indent="0" lvl="0" marL="0" rtl="0" algn="ctr">
              <a:spcBef>
                <a:spcPts val="0"/>
              </a:spcBef>
              <a:spcAft>
                <a:spcPts val="0"/>
              </a:spcAft>
              <a:buNone/>
            </a:pPr>
            <a:r>
              <a:rPr b="1" lang="en" sz="3500">
                <a:solidFill>
                  <a:srgbClr val="0000FF"/>
                </a:solidFill>
                <a:highlight>
                  <a:schemeClr val="dk1"/>
                </a:highlight>
                <a:latin typeface="Times New Roman"/>
                <a:ea typeface="Times New Roman"/>
                <a:cs typeface="Times New Roman"/>
                <a:sym typeface="Times New Roman"/>
              </a:rPr>
              <a:t>Andrew Wang</a:t>
            </a:r>
            <a:endParaRPr b="1" sz="3500">
              <a:solidFill>
                <a:srgbClr val="660000"/>
              </a:solidFill>
              <a:highlight>
                <a:srgbClr val="FFE599"/>
              </a:highlight>
              <a:latin typeface="DFKai-SB"/>
              <a:ea typeface="DFKai-SB"/>
              <a:cs typeface="DFKai-SB"/>
              <a:sym typeface="DFKai-SB"/>
            </a:endParaRPr>
          </a:p>
        </p:txBody>
      </p:sp>
      <p:sp>
        <p:nvSpPr>
          <p:cNvPr id="400" name="Google Shape;400;p67"/>
          <p:cNvSpPr txBox="1"/>
          <p:nvPr/>
        </p:nvSpPr>
        <p:spPr>
          <a:xfrm>
            <a:off x="0" y="2037522"/>
            <a:ext cx="9144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Lato"/>
              <a:ea typeface="Lato"/>
              <a:cs typeface="Lato"/>
              <a:sym typeface="Lato"/>
            </a:endParaRPr>
          </a:p>
        </p:txBody>
      </p:sp>
      <p:sp>
        <p:nvSpPr>
          <p:cNvPr id="401" name="Google Shape;401;p67"/>
          <p:cNvSpPr txBox="1"/>
          <p:nvPr/>
        </p:nvSpPr>
        <p:spPr>
          <a:xfrm>
            <a:off x="228325" y="3894775"/>
            <a:ext cx="4893900" cy="9606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n" sz="2800">
                <a:solidFill>
                  <a:srgbClr val="FF0000"/>
                </a:solidFill>
                <a:highlight>
                  <a:schemeClr val="dk1"/>
                </a:highlight>
                <a:latin typeface="Lexend Deca"/>
                <a:ea typeface="Lexend Deca"/>
                <a:cs typeface="Lexend Deca"/>
                <a:sym typeface="Lexend Deca"/>
              </a:rPr>
              <a:t>我們將在午餐聚會時禱告祝福</a:t>
            </a:r>
            <a:endParaRPr b="1" sz="2800">
              <a:solidFill>
                <a:srgbClr val="FF0000"/>
              </a:solidFill>
              <a:highlight>
                <a:schemeClr val="dk1"/>
              </a:highlight>
              <a:latin typeface="Lexend Deca"/>
              <a:ea typeface="Lexend Deca"/>
              <a:cs typeface="Lexend Deca"/>
              <a:sym typeface="Lexend Deca"/>
            </a:endParaRPr>
          </a:p>
          <a:p>
            <a:pPr indent="0" lvl="0" marL="0" rtl="0" algn="ctr">
              <a:lnSpc>
                <a:spcPct val="90000"/>
              </a:lnSpc>
              <a:spcBef>
                <a:spcPts val="0"/>
              </a:spcBef>
              <a:spcAft>
                <a:spcPts val="0"/>
              </a:spcAft>
              <a:buNone/>
            </a:pPr>
            <a:r>
              <a:rPr b="1" lang="en" sz="2800">
                <a:solidFill>
                  <a:srgbClr val="FF0000"/>
                </a:solidFill>
                <a:highlight>
                  <a:schemeClr val="dk1"/>
                </a:highlight>
                <a:latin typeface="Lexend Deca"/>
                <a:ea typeface="Lexend Deca"/>
                <a:cs typeface="Lexend Deca"/>
                <a:sym typeface="Lexend Deca"/>
              </a:rPr>
              <a:t> 唱生日歌與享用生日蛋糕</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8E71C"/>
        </a:solidFill>
      </p:bgPr>
    </p:bg>
    <p:spTree>
      <p:nvGrpSpPr>
        <p:cNvPr id="405" name="Shape 405"/>
        <p:cNvGrpSpPr/>
        <p:nvPr/>
      </p:nvGrpSpPr>
      <p:grpSpPr>
        <a:xfrm>
          <a:off x="0" y="0"/>
          <a:ext cx="0" cy="0"/>
          <a:chOff x="0" y="0"/>
          <a:chExt cx="0" cy="0"/>
        </a:xfrm>
      </p:grpSpPr>
      <p:sp>
        <p:nvSpPr>
          <p:cNvPr id="406" name="Google Shape;406;p68"/>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a:solidFill>
                  <a:schemeClr val="lt1"/>
                </a:solidFill>
              </a:rPr>
              <a:t>特別感謝</a:t>
            </a:r>
            <a:endParaRPr b="1">
              <a:solidFill>
                <a:schemeClr val="lt1"/>
              </a:solidFill>
            </a:endParaRPr>
          </a:p>
        </p:txBody>
      </p:sp>
      <p:sp>
        <p:nvSpPr>
          <p:cNvPr id="407" name="Google Shape;407;p68"/>
          <p:cNvSpPr txBox="1"/>
          <p:nvPr>
            <p:ph idx="1" type="body"/>
          </p:nvPr>
        </p:nvSpPr>
        <p:spPr>
          <a:xfrm>
            <a:off x="109275" y="1420500"/>
            <a:ext cx="8850900" cy="3148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3000">
                <a:solidFill>
                  <a:schemeClr val="lt1"/>
                </a:solidFill>
              </a:rPr>
              <a:t>感謝 Michelle 姐妹與 Kevin 弟兄奉獻吸塵器給教會，願主耶穌紀念並祝福他們的擺上與服事！</a:t>
            </a:r>
            <a:endParaRPr sz="3000">
              <a:solidFill>
                <a:schemeClr val="lt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11" name="Shape 411"/>
        <p:cNvGrpSpPr/>
        <p:nvPr/>
      </p:nvGrpSpPr>
      <p:grpSpPr>
        <a:xfrm>
          <a:off x="0" y="0"/>
          <a:ext cx="0" cy="0"/>
          <a:chOff x="0" y="0"/>
          <a:chExt cx="0" cy="0"/>
        </a:xfrm>
      </p:grpSpPr>
      <p:sp>
        <p:nvSpPr>
          <p:cNvPr id="412" name="Google Shape;412;p69"/>
          <p:cNvSpPr txBox="1"/>
          <p:nvPr>
            <p:ph type="title"/>
          </p:nvPr>
        </p:nvSpPr>
        <p:spPr>
          <a:xfrm>
            <a:off x="284164" y="472787"/>
            <a:ext cx="8574000" cy="725700"/>
          </a:xfrm>
          <a:prstGeom prst="rect">
            <a:avLst/>
          </a:prstGeom>
          <a:solidFill>
            <a:srgbClr val="F4CCCC"/>
          </a:solidFill>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n" sz="4600">
                <a:solidFill>
                  <a:schemeClr val="lt1"/>
                </a:solidFill>
                <a:latin typeface="Corbel"/>
                <a:ea typeface="Corbel"/>
                <a:cs typeface="Corbel"/>
                <a:sym typeface="Corbel"/>
              </a:rPr>
              <a:t>家有喜事</a:t>
            </a:r>
            <a:endParaRPr sz="4600">
              <a:solidFill>
                <a:schemeClr val="lt1"/>
              </a:solidFill>
              <a:highlight>
                <a:srgbClr val="CC0000"/>
              </a:highlight>
              <a:latin typeface="Corbel"/>
              <a:ea typeface="Corbel"/>
              <a:cs typeface="Corbel"/>
              <a:sym typeface="Corbel"/>
            </a:endParaRPr>
          </a:p>
        </p:txBody>
      </p:sp>
      <p:sp>
        <p:nvSpPr>
          <p:cNvPr id="413" name="Google Shape;413;p69"/>
          <p:cNvSpPr txBox="1"/>
          <p:nvPr>
            <p:ph idx="1" type="body"/>
          </p:nvPr>
        </p:nvSpPr>
        <p:spPr>
          <a:xfrm>
            <a:off x="285750" y="1368750"/>
            <a:ext cx="8858400" cy="2842200"/>
          </a:xfrm>
          <a:prstGeom prst="rect">
            <a:avLst/>
          </a:prstGeom>
        </p:spPr>
        <p:txBody>
          <a:bodyPr anchorCtr="0" anchor="t" bIns="45700" lIns="91425" spcFirstLastPara="1" rIns="91425" wrap="square" tIns="45700">
            <a:noAutofit/>
          </a:bodyPr>
          <a:lstStyle/>
          <a:p>
            <a:pPr indent="0" lvl="0" marL="0" rtl="0" algn="l">
              <a:lnSpc>
                <a:spcPct val="100000"/>
              </a:lnSpc>
              <a:spcBef>
                <a:spcPts val="2000"/>
              </a:spcBef>
              <a:spcAft>
                <a:spcPts val="0"/>
              </a:spcAft>
              <a:buNone/>
            </a:pPr>
            <a:r>
              <a:rPr b="1" lang="en" sz="2800">
                <a:solidFill>
                  <a:srgbClr val="134F5C"/>
                </a:solidFill>
                <a:latin typeface="Corbel"/>
                <a:ea typeface="Corbel"/>
                <a:cs typeface="Corbel"/>
                <a:sym typeface="Corbel"/>
              </a:rPr>
              <a:t>恭喜盧牧師和師母</a:t>
            </a:r>
            <a:endParaRPr b="1" sz="2800">
              <a:solidFill>
                <a:srgbClr val="134F5C"/>
              </a:solidFill>
              <a:latin typeface="Corbel"/>
              <a:ea typeface="Corbel"/>
              <a:cs typeface="Corbel"/>
              <a:sym typeface="Corbel"/>
            </a:endParaRPr>
          </a:p>
          <a:p>
            <a:pPr indent="0" lvl="0" marL="0" rtl="0" algn="l">
              <a:lnSpc>
                <a:spcPct val="100000"/>
              </a:lnSpc>
              <a:spcBef>
                <a:spcPts val="2000"/>
              </a:spcBef>
              <a:spcAft>
                <a:spcPts val="0"/>
              </a:spcAft>
              <a:buNone/>
            </a:pPr>
            <a:r>
              <a:rPr b="1" lang="en" sz="2800">
                <a:solidFill>
                  <a:srgbClr val="134F5C"/>
                </a:solidFill>
                <a:latin typeface="Corbel"/>
                <a:ea typeface="Corbel"/>
                <a:cs typeface="Corbel"/>
                <a:sym typeface="Corbel"/>
              </a:rPr>
              <a:t>他們的女兒Angelica已於4月23日平安順利生下孫女兒：</a:t>
            </a:r>
            <a:endParaRPr b="1" sz="2800">
              <a:solidFill>
                <a:srgbClr val="134F5C"/>
              </a:solidFill>
              <a:latin typeface="Corbel"/>
              <a:ea typeface="Corbel"/>
              <a:cs typeface="Corbel"/>
              <a:sym typeface="Corbel"/>
            </a:endParaRPr>
          </a:p>
          <a:p>
            <a:pPr indent="0" lvl="0" marL="0" rtl="0" algn="l">
              <a:lnSpc>
                <a:spcPct val="100000"/>
              </a:lnSpc>
              <a:spcBef>
                <a:spcPts val="2000"/>
              </a:spcBef>
              <a:spcAft>
                <a:spcPts val="0"/>
              </a:spcAft>
              <a:buNone/>
            </a:pPr>
            <a:r>
              <a:rPr b="1" lang="en" sz="2800">
                <a:solidFill>
                  <a:srgbClr val="134F5C"/>
                </a:solidFill>
                <a:latin typeface="Corbel"/>
                <a:ea typeface="Corbel"/>
                <a:cs typeface="Corbel"/>
                <a:sym typeface="Corbel"/>
              </a:rPr>
              <a:t>Genevieve Lu- Chuk</a:t>
            </a:r>
            <a:r>
              <a:rPr lang="en"/>
              <a:t> </a:t>
            </a:r>
            <a:r>
              <a:rPr lang="en"/>
              <a:t> </a:t>
            </a:r>
            <a:r>
              <a:rPr b="1" lang="en" sz="2800">
                <a:solidFill>
                  <a:srgbClr val="134F5C"/>
                </a:solidFill>
                <a:latin typeface="Corbel"/>
                <a:ea typeface="Corbel"/>
                <a:cs typeface="Corbel"/>
                <a:sym typeface="Corbel"/>
              </a:rPr>
              <a:t> (5 lb 11 oz)</a:t>
            </a:r>
            <a:endParaRPr b="1" sz="2800">
              <a:solidFill>
                <a:srgbClr val="134F5C"/>
              </a:solidFill>
              <a:latin typeface="Corbel"/>
              <a:ea typeface="Corbel"/>
              <a:cs typeface="Corbel"/>
              <a:sym typeface="Corbel"/>
            </a:endParaRPr>
          </a:p>
          <a:p>
            <a:pPr indent="0" lvl="0" marL="0" rtl="0" algn="l">
              <a:lnSpc>
                <a:spcPct val="100000"/>
              </a:lnSpc>
              <a:spcBef>
                <a:spcPts val="2000"/>
              </a:spcBef>
              <a:spcAft>
                <a:spcPts val="0"/>
              </a:spcAft>
              <a:buNone/>
            </a:pPr>
            <a:r>
              <a:rPr b="1" lang="en" sz="2800">
                <a:solidFill>
                  <a:srgbClr val="134F5C"/>
                </a:solidFill>
                <a:latin typeface="Corbel"/>
                <a:ea typeface="Corbel"/>
                <a:cs typeface="Corbel"/>
                <a:sym typeface="Corbel"/>
              </a:rPr>
              <a:t>母女平安!</a:t>
            </a:r>
            <a:endParaRPr b="1" sz="2800">
              <a:solidFill>
                <a:srgbClr val="134F5C"/>
              </a:solidFill>
              <a:latin typeface="Corbel"/>
              <a:ea typeface="Corbel"/>
              <a:cs typeface="Corbel"/>
              <a:sym typeface="Corbel"/>
            </a:endParaRPr>
          </a:p>
          <a:p>
            <a:pPr indent="0" lvl="0" marL="0" rtl="0" algn="l">
              <a:lnSpc>
                <a:spcPct val="100000"/>
              </a:lnSpc>
              <a:spcBef>
                <a:spcPts val="2000"/>
              </a:spcBef>
              <a:spcAft>
                <a:spcPts val="1600"/>
              </a:spcAft>
              <a:buClr>
                <a:schemeClr val="dk1"/>
              </a:buClr>
              <a:buSzPts val="1100"/>
              <a:buFont typeface="Arial"/>
              <a:buNone/>
            </a:pPr>
            <a:r>
              <a:t/>
            </a:r>
            <a:endParaRPr sz="2200">
              <a:solidFill>
                <a:srgbClr val="134F5C"/>
              </a:solidFill>
              <a:latin typeface="Corbel"/>
              <a:ea typeface="Corbel"/>
              <a:cs typeface="Corbel"/>
              <a:sym typeface="Corbel"/>
            </a:endParaRPr>
          </a:p>
        </p:txBody>
      </p:sp>
      <p:sp>
        <p:nvSpPr>
          <p:cNvPr id="414" name="Google Shape;414;p69"/>
          <p:cNvSpPr txBox="1"/>
          <p:nvPr/>
        </p:nvSpPr>
        <p:spPr>
          <a:xfrm>
            <a:off x="0" y="4203500"/>
            <a:ext cx="9032400" cy="985200"/>
          </a:xfrm>
          <a:prstGeom prst="rect">
            <a:avLst/>
          </a:prstGeom>
          <a:noFill/>
          <a:ln>
            <a:noFill/>
          </a:ln>
        </p:spPr>
        <p:txBody>
          <a:bodyPr anchorCtr="0" anchor="t" bIns="91425" lIns="91425" spcFirstLastPara="1" rIns="91425" wrap="square" tIns="91425">
            <a:spAutoFit/>
          </a:bodyPr>
          <a:lstStyle/>
          <a:p>
            <a:pPr indent="0" lvl="0" marL="0" rtl="0" algn="l">
              <a:spcBef>
                <a:spcPts val="2000"/>
              </a:spcBef>
              <a:spcAft>
                <a:spcPts val="1600"/>
              </a:spcAft>
              <a:buClr>
                <a:schemeClr val="dk1"/>
              </a:buClr>
              <a:buSzPts val="1100"/>
              <a:buFont typeface="Arial"/>
              <a:buNone/>
            </a:pPr>
            <a:r>
              <a:rPr i="1" lang="en" sz="2600">
                <a:solidFill>
                  <a:srgbClr val="134F5C"/>
                </a:solidFill>
                <a:latin typeface="Corbel"/>
                <a:ea typeface="Corbel"/>
                <a:cs typeface="Corbel"/>
                <a:sym typeface="Corbel"/>
              </a:rPr>
              <a:t>(詩篇 127:3) 兒 女 是 耶 和 華 所 賜 的 產 業 ； 所 懷 的 胎 是 他 所 給 的 賞 賜</a:t>
            </a:r>
            <a:endParaRPr i="1" sz="1800">
              <a:latin typeface="Lato"/>
              <a:ea typeface="Lato"/>
              <a:cs typeface="Lato"/>
              <a:sym typeface="La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70"/>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3400">
                <a:solidFill>
                  <a:schemeClr val="accent6"/>
                </a:solidFill>
              </a:rPr>
              <a:t>2026 </a:t>
            </a:r>
            <a:r>
              <a:rPr b="1" lang="en" sz="3400">
                <a:solidFill>
                  <a:schemeClr val="accent6"/>
                </a:solidFill>
              </a:rPr>
              <a:t>受洗典禮</a:t>
            </a:r>
            <a:endParaRPr b="1" sz="3400">
              <a:solidFill>
                <a:schemeClr val="accent6"/>
              </a:solidFill>
            </a:endParaRPr>
          </a:p>
        </p:txBody>
      </p:sp>
      <p:sp>
        <p:nvSpPr>
          <p:cNvPr id="420" name="Google Shape;420;p70"/>
          <p:cNvSpPr txBox="1"/>
          <p:nvPr>
            <p:ph idx="1" type="body"/>
          </p:nvPr>
        </p:nvSpPr>
        <p:spPr>
          <a:xfrm>
            <a:off x="387900" y="1489825"/>
            <a:ext cx="8427300" cy="327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100"/>
              <a:t>教會準備於</a:t>
            </a:r>
            <a:r>
              <a:rPr b="1" lang="en" sz="3100">
                <a:solidFill>
                  <a:schemeClr val="accent5"/>
                </a:solidFill>
              </a:rPr>
              <a:t>7月5日主日</a:t>
            </a:r>
            <a:r>
              <a:rPr lang="en" sz="3100"/>
              <a:t>下午3:00在Kevin與思廷家游泳池舉行受洗典禮。</a:t>
            </a:r>
            <a:endParaRPr sz="3100"/>
          </a:p>
          <a:p>
            <a:pPr indent="0" lvl="0" marL="0" rtl="0" algn="l">
              <a:spcBef>
                <a:spcPts val="1600"/>
              </a:spcBef>
              <a:spcAft>
                <a:spcPts val="0"/>
              </a:spcAft>
              <a:buNone/>
            </a:pPr>
            <a:r>
              <a:rPr lang="en" sz="3100"/>
              <a:t>想要受洗的弟兄姊妹請向</a:t>
            </a:r>
            <a:r>
              <a:rPr b="1" lang="en" sz="3100">
                <a:solidFill>
                  <a:schemeClr val="accent6"/>
                </a:solidFill>
              </a:rPr>
              <a:t>(Esther)燕群姊妹</a:t>
            </a:r>
            <a:r>
              <a:rPr lang="en" sz="3100"/>
              <a:t>報名，也請登記安排上洗禮課程！</a:t>
            </a:r>
            <a:endParaRPr sz="2400">
              <a:solidFill>
                <a:srgbClr val="222222"/>
              </a:solidFill>
              <a:highlight>
                <a:srgbClr val="FFFFFF"/>
              </a:highlight>
              <a:latin typeface="Arial"/>
              <a:ea typeface="Arial"/>
              <a:cs typeface="Arial"/>
              <a:sym typeface="Arial"/>
            </a:endParaRPr>
          </a:p>
          <a:p>
            <a:pPr indent="0" lvl="0" marL="0" rtl="0" algn="l">
              <a:spcBef>
                <a:spcPts val="1600"/>
              </a:spcBef>
              <a:spcAft>
                <a:spcPts val="160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24" name="Shape 424"/>
        <p:cNvGrpSpPr/>
        <p:nvPr/>
      </p:nvGrpSpPr>
      <p:grpSpPr>
        <a:xfrm>
          <a:off x="0" y="0"/>
          <a:ext cx="0" cy="0"/>
          <a:chOff x="0" y="0"/>
          <a:chExt cx="0" cy="0"/>
        </a:xfrm>
      </p:grpSpPr>
      <p:sp>
        <p:nvSpPr>
          <p:cNvPr id="425" name="Google Shape;425;p71"/>
          <p:cNvSpPr txBox="1"/>
          <p:nvPr>
            <p:ph idx="4294967295" type="body"/>
          </p:nvPr>
        </p:nvSpPr>
        <p:spPr>
          <a:xfrm>
            <a:off x="0" y="0"/>
            <a:ext cx="9144000" cy="1076400"/>
          </a:xfrm>
          <a:prstGeom prst="rect">
            <a:avLst/>
          </a:prstGeom>
          <a:solidFill>
            <a:schemeClr val="dk1"/>
          </a:solidFill>
        </p:spPr>
        <p:txBody>
          <a:bodyPr anchorCtr="0" anchor="t" bIns="91425" lIns="91425" spcFirstLastPara="1" rIns="91425" wrap="square" tIns="91425">
            <a:noAutofit/>
          </a:bodyPr>
          <a:lstStyle/>
          <a:p>
            <a:pPr indent="0" lvl="0" marL="0" rtl="0" algn="ctr">
              <a:lnSpc>
                <a:spcPct val="90000"/>
              </a:lnSpc>
              <a:spcBef>
                <a:spcPts val="1560"/>
              </a:spcBef>
              <a:spcAft>
                <a:spcPts val="0"/>
              </a:spcAft>
              <a:buNone/>
            </a:pPr>
            <a:r>
              <a:rPr b="1" lang="en" sz="5700">
                <a:solidFill>
                  <a:srgbClr val="660000"/>
                </a:solidFill>
                <a:latin typeface="Corbel"/>
                <a:ea typeface="Corbel"/>
                <a:cs typeface="Corbel"/>
                <a:sym typeface="Corbel"/>
              </a:rPr>
              <a:t>教會本週</a:t>
            </a:r>
            <a:r>
              <a:rPr b="1" lang="en" sz="5700">
                <a:solidFill>
                  <a:srgbClr val="660000"/>
                </a:solidFill>
                <a:latin typeface="Corbel"/>
                <a:ea typeface="Corbel"/>
                <a:cs typeface="Corbel"/>
                <a:sym typeface="Corbel"/>
              </a:rPr>
              <a:t>線上</a:t>
            </a:r>
            <a:r>
              <a:rPr b="1" lang="en" sz="5700">
                <a:solidFill>
                  <a:srgbClr val="660000"/>
                </a:solidFill>
                <a:latin typeface="Corbel"/>
                <a:ea typeface="Corbel"/>
                <a:cs typeface="Corbel"/>
                <a:sym typeface="Corbel"/>
              </a:rPr>
              <a:t>聚會 (zoom)</a:t>
            </a:r>
            <a:endParaRPr sz="1900">
              <a:solidFill>
                <a:srgbClr val="660000"/>
              </a:solidFill>
            </a:endParaRPr>
          </a:p>
        </p:txBody>
      </p:sp>
      <p:sp>
        <p:nvSpPr>
          <p:cNvPr id="426" name="Google Shape;426;p71"/>
          <p:cNvSpPr txBox="1"/>
          <p:nvPr/>
        </p:nvSpPr>
        <p:spPr>
          <a:xfrm>
            <a:off x="0" y="1356875"/>
            <a:ext cx="9144000" cy="2419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4300">
                <a:latin typeface="Corbel"/>
                <a:ea typeface="Corbel"/>
                <a:cs typeface="Corbel"/>
                <a:sym typeface="Corbel"/>
              </a:rPr>
              <a:t>週二  </a:t>
            </a:r>
            <a:r>
              <a:rPr b="1" lang="en" sz="4400">
                <a:latin typeface="Corbel"/>
                <a:ea typeface="Corbel"/>
                <a:cs typeface="Corbel"/>
                <a:sym typeface="Corbel"/>
              </a:rPr>
              <a:t>查經班</a:t>
            </a:r>
            <a:r>
              <a:rPr b="1" lang="en" sz="2500">
                <a:latin typeface="Corbel"/>
                <a:ea typeface="Corbel"/>
                <a:cs typeface="Corbel"/>
                <a:sym typeface="Corbel"/>
              </a:rPr>
              <a:t>                               </a:t>
            </a:r>
            <a:r>
              <a:rPr b="1" lang="en" sz="3000">
                <a:solidFill>
                  <a:srgbClr val="0000FF"/>
                </a:solidFill>
                <a:latin typeface="Corbel"/>
                <a:ea typeface="Corbel"/>
                <a:cs typeface="Corbel"/>
                <a:sym typeface="Corbel"/>
              </a:rPr>
              <a:t>晚上 8:30- 9:30</a:t>
            </a:r>
            <a:endParaRPr b="1" sz="3000">
              <a:solidFill>
                <a:srgbClr val="0000FF"/>
              </a:solidFill>
              <a:latin typeface="Corbel"/>
              <a:ea typeface="Corbel"/>
              <a:cs typeface="Corbel"/>
              <a:sym typeface="Corbel"/>
            </a:endParaRPr>
          </a:p>
          <a:p>
            <a:pPr indent="0" lvl="0" marL="0" rtl="0" algn="l">
              <a:lnSpc>
                <a:spcPct val="115000"/>
              </a:lnSpc>
              <a:spcBef>
                <a:spcPts val="0"/>
              </a:spcBef>
              <a:spcAft>
                <a:spcPts val="0"/>
              </a:spcAft>
              <a:buNone/>
            </a:pPr>
            <a:r>
              <a:rPr b="1" lang="en" sz="4400">
                <a:latin typeface="Corbel"/>
                <a:ea typeface="Corbel"/>
                <a:cs typeface="Corbel"/>
                <a:sym typeface="Corbel"/>
              </a:rPr>
              <a:t>週三  禱告</a:t>
            </a:r>
            <a:r>
              <a:rPr b="1" lang="en" sz="3000">
                <a:latin typeface="Corbel"/>
                <a:ea typeface="Corbel"/>
                <a:cs typeface="Corbel"/>
                <a:sym typeface="Corbel"/>
              </a:rPr>
              <a:t>聚會                       </a:t>
            </a:r>
            <a:r>
              <a:rPr b="1" lang="en" sz="3000">
                <a:solidFill>
                  <a:srgbClr val="0000FF"/>
                </a:solidFill>
                <a:latin typeface="Corbel"/>
                <a:ea typeface="Corbel"/>
                <a:cs typeface="Corbel"/>
                <a:sym typeface="Corbel"/>
              </a:rPr>
              <a:t>晚上 8:30- 10:00</a:t>
            </a:r>
            <a:endParaRPr b="1" sz="2500">
              <a:latin typeface="Corbel"/>
              <a:ea typeface="Corbel"/>
              <a:cs typeface="Corbel"/>
              <a:sym typeface="Corbel"/>
            </a:endParaRPr>
          </a:p>
          <a:p>
            <a:pPr indent="0" lvl="0" marL="0" rtl="0" algn="l">
              <a:lnSpc>
                <a:spcPct val="115000"/>
              </a:lnSpc>
              <a:spcBef>
                <a:spcPts val="0"/>
              </a:spcBef>
              <a:spcAft>
                <a:spcPts val="1600"/>
              </a:spcAft>
              <a:buNone/>
            </a:pPr>
            <a:r>
              <a:rPr b="1" lang="en" sz="4400">
                <a:latin typeface="Corbel"/>
                <a:ea typeface="Corbel"/>
                <a:cs typeface="Corbel"/>
                <a:sym typeface="Corbel"/>
              </a:rPr>
              <a:t>週五  </a:t>
            </a:r>
            <a:r>
              <a:rPr b="1" lang="en" sz="4400">
                <a:latin typeface="Corbel"/>
                <a:ea typeface="Corbel"/>
                <a:cs typeface="Corbel"/>
                <a:sym typeface="Corbel"/>
              </a:rPr>
              <a:t>細胞小家</a:t>
            </a:r>
            <a:r>
              <a:rPr b="1" lang="en" sz="3000">
                <a:latin typeface="Corbel"/>
                <a:ea typeface="Corbel"/>
                <a:cs typeface="Corbel"/>
                <a:sym typeface="Corbel"/>
              </a:rPr>
              <a:t>聚會         </a:t>
            </a:r>
            <a:r>
              <a:rPr b="1" lang="en" sz="3000">
                <a:solidFill>
                  <a:srgbClr val="0000FF"/>
                </a:solidFill>
                <a:latin typeface="Corbel"/>
                <a:ea typeface="Corbel"/>
                <a:cs typeface="Corbel"/>
                <a:sym typeface="Corbel"/>
              </a:rPr>
              <a:t>晚上 8:30- 10:00</a:t>
            </a:r>
            <a:endParaRPr b="1" sz="2700">
              <a:solidFill>
                <a:srgbClr val="4C1130"/>
              </a:solidFill>
              <a:highlight>
                <a:srgbClr val="FFFF00"/>
              </a:highlight>
              <a:latin typeface="Corbel"/>
              <a:ea typeface="Corbel"/>
              <a:cs typeface="Corbel"/>
              <a:sym typeface="Corbe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430" name="Shape 430"/>
        <p:cNvGrpSpPr/>
        <p:nvPr/>
      </p:nvGrpSpPr>
      <p:grpSpPr>
        <a:xfrm>
          <a:off x="0" y="0"/>
          <a:ext cx="0" cy="0"/>
          <a:chOff x="0" y="0"/>
          <a:chExt cx="0" cy="0"/>
        </a:xfrm>
      </p:grpSpPr>
      <p:sp>
        <p:nvSpPr>
          <p:cNvPr id="431" name="Google Shape;431;p72"/>
          <p:cNvSpPr txBox="1"/>
          <p:nvPr>
            <p:ph idx="4294967295" type="body"/>
          </p:nvPr>
        </p:nvSpPr>
        <p:spPr>
          <a:xfrm>
            <a:off x="0" y="0"/>
            <a:ext cx="9144000" cy="1076400"/>
          </a:xfrm>
          <a:prstGeom prst="rect">
            <a:avLst/>
          </a:prstGeom>
          <a:solidFill>
            <a:schemeClr val="dk1"/>
          </a:solidFill>
        </p:spPr>
        <p:txBody>
          <a:bodyPr anchorCtr="0" anchor="t" bIns="91425" lIns="91425" spcFirstLastPara="1" rIns="91425" wrap="square" tIns="91425">
            <a:noAutofit/>
          </a:bodyPr>
          <a:lstStyle/>
          <a:p>
            <a:pPr indent="0" lvl="0" marL="0" rtl="0" algn="ctr">
              <a:lnSpc>
                <a:spcPct val="90000"/>
              </a:lnSpc>
              <a:spcBef>
                <a:spcPts val="1560"/>
              </a:spcBef>
              <a:spcAft>
                <a:spcPts val="0"/>
              </a:spcAft>
              <a:buNone/>
            </a:pPr>
            <a:r>
              <a:rPr b="1" lang="en" sz="5700">
                <a:solidFill>
                  <a:srgbClr val="660000"/>
                </a:solidFill>
                <a:latin typeface="Corbel"/>
                <a:ea typeface="Corbel"/>
                <a:cs typeface="Corbel"/>
                <a:sym typeface="Corbel"/>
              </a:rPr>
              <a:t>教會本週線上聚會 (zoom)</a:t>
            </a:r>
            <a:endParaRPr sz="1900">
              <a:solidFill>
                <a:srgbClr val="660000"/>
              </a:solidFill>
            </a:endParaRPr>
          </a:p>
        </p:txBody>
      </p:sp>
      <p:sp>
        <p:nvSpPr>
          <p:cNvPr id="432" name="Google Shape;432;p72"/>
          <p:cNvSpPr txBox="1"/>
          <p:nvPr/>
        </p:nvSpPr>
        <p:spPr>
          <a:xfrm>
            <a:off x="0" y="1356875"/>
            <a:ext cx="9144000" cy="2419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4300">
                <a:latin typeface="Corbel"/>
                <a:ea typeface="Corbel"/>
                <a:cs typeface="Corbel"/>
                <a:sym typeface="Corbel"/>
              </a:rPr>
              <a:t>週二  </a:t>
            </a:r>
            <a:r>
              <a:rPr b="1" lang="en" sz="4400">
                <a:latin typeface="Corbel"/>
                <a:ea typeface="Corbel"/>
                <a:cs typeface="Corbel"/>
                <a:sym typeface="Corbel"/>
              </a:rPr>
              <a:t>查經班</a:t>
            </a:r>
            <a:r>
              <a:rPr b="1" lang="en" sz="2500">
                <a:latin typeface="Corbel"/>
                <a:ea typeface="Corbel"/>
                <a:cs typeface="Corbel"/>
                <a:sym typeface="Corbel"/>
              </a:rPr>
              <a:t>                       </a:t>
            </a:r>
            <a:r>
              <a:rPr b="1" lang="en" sz="3000">
                <a:solidFill>
                  <a:srgbClr val="0000FF"/>
                </a:solidFill>
                <a:latin typeface="Corbel"/>
                <a:ea typeface="Corbel"/>
                <a:cs typeface="Corbel"/>
                <a:sym typeface="Corbel"/>
              </a:rPr>
              <a:t>晚上 8:30- 10:00</a:t>
            </a:r>
            <a:endParaRPr b="1" sz="3000">
              <a:latin typeface="Corbel"/>
              <a:ea typeface="Corbel"/>
              <a:cs typeface="Corbel"/>
              <a:sym typeface="Corbel"/>
            </a:endParaRPr>
          </a:p>
          <a:p>
            <a:pPr indent="0" lvl="0" marL="0" rtl="0" algn="l">
              <a:lnSpc>
                <a:spcPct val="115000"/>
              </a:lnSpc>
              <a:spcBef>
                <a:spcPts val="0"/>
              </a:spcBef>
              <a:spcAft>
                <a:spcPts val="0"/>
              </a:spcAft>
              <a:buNone/>
            </a:pPr>
            <a:r>
              <a:rPr b="1" lang="en" sz="4400">
                <a:latin typeface="Corbel"/>
                <a:ea typeface="Corbel"/>
                <a:cs typeface="Corbel"/>
                <a:sym typeface="Corbel"/>
              </a:rPr>
              <a:t>週三  禱告</a:t>
            </a:r>
            <a:r>
              <a:rPr b="1" lang="en" sz="3000">
                <a:latin typeface="Corbel"/>
                <a:ea typeface="Corbel"/>
                <a:cs typeface="Corbel"/>
                <a:sym typeface="Corbel"/>
              </a:rPr>
              <a:t>聚會                       </a:t>
            </a:r>
            <a:r>
              <a:rPr b="1" lang="en" sz="3000">
                <a:solidFill>
                  <a:srgbClr val="0000FF"/>
                </a:solidFill>
                <a:latin typeface="Corbel"/>
                <a:ea typeface="Corbel"/>
                <a:cs typeface="Corbel"/>
                <a:sym typeface="Corbel"/>
              </a:rPr>
              <a:t>晚上 8:30- 10:00</a:t>
            </a:r>
            <a:endParaRPr b="1" sz="2500">
              <a:latin typeface="Corbel"/>
              <a:ea typeface="Corbel"/>
              <a:cs typeface="Corbel"/>
              <a:sym typeface="Corbel"/>
            </a:endParaRPr>
          </a:p>
          <a:p>
            <a:pPr indent="0" lvl="0" marL="0" rtl="0" algn="l">
              <a:lnSpc>
                <a:spcPct val="115000"/>
              </a:lnSpc>
              <a:spcBef>
                <a:spcPts val="0"/>
              </a:spcBef>
              <a:spcAft>
                <a:spcPts val="1600"/>
              </a:spcAft>
              <a:buNone/>
            </a:pPr>
            <a:r>
              <a:rPr b="1" lang="en" sz="4400">
                <a:latin typeface="Corbel"/>
                <a:ea typeface="Corbel"/>
                <a:cs typeface="Corbel"/>
                <a:sym typeface="Corbel"/>
              </a:rPr>
              <a:t>週五  </a:t>
            </a:r>
            <a:r>
              <a:rPr b="1" lang="en" sz="4400">
                <a:latin typeface="Corbel"/>
                <a:ea typeface="Corbel"/>
                <a:cs typeface="Corbel"/>
                <a:sym typeface="Corbel"/>
              </a:rPr>
              <a:t>細胞小家</a:t>
            </a:r>
            <a:r>
              <a:rPr b="1" lang="en" sz="3000">
                <a:latin typeface="Corbel"/>
                <a:ea typeface="Corbel"/>
                <a:cs typeface="Corbel"/>
                <a:sym typeface="Corbel"/>
              </a:rPr>
              <a:t>聚會  </a:t>
            </a:r>
            <a:r>
              <a:rPr b="1" lang="en" sz="2200">
                <a:solidFill>
                  <a:srgbClr val="FF4D00"/>
                </a:solidFill>
                <a:latin typeface="Corbel"/>
                <a:ea typeface="Corbel"/>
                <a:cs typeface="Corbel"/>
                <a:sym typeface="Corbel"/>
              </a:rPr>
              <a:t>本週暫停一次</a:t>
            </a:r>
            <a:r>
              <a:rPr b="1" i="1" lang="en" sz="1800">
                <a:latin typeface="Corbel"/>
                <a:ea typeface="Corbel"/>
                <a:cs typeface="Corbel"/>
                <a:sym typeface="Corbel"/>
              </a:rPr>
              <a:t>(每月第一與三週聚會)</a:t>
            </a:r>
            <a:endParaRPr b="1" sz="1800">
              <a:latin typeface="Corbel"/>
              <a:ea typeface="Corbel"/>
              <a:cs typeface="Corbel"/>
              <a:sym typeface="Corbe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436" name="Shape 436"/>
        <p:cNvGrpSpPr/>
        <p:nvPr/>
      </p:nvGrpSpPr>
      <p:grpSpPr>
        <a:xfrm>
          <a:off x="0" y="0"/>
          <a:ext cx="0" cy="0"/>
          <a:chOff x="0" y="0"/>
          <a:chExt cx="0" cy="0"/>
        </a:xfrm>
      </p:grpSpPr>
      <p:sp>
        <p:nvSpPr>
          <p:cNvPr id="437" name="Google Shape;437;p73"/>
          <p:cNvSpPr txBox="1"/>
          <p:nvPr>
            <p:ph idx="4294967295" type="body"/>
          </p:nvPr>
        </p:nvSpPr>
        <p:spPr>
          <a:xfrm>
            <a:off x="0" y="0"/>
            <a:ext cx="9144000" cy="1076400"/>
          </a:xfrm>
          <a:prstGeom prst="rect">
            <a:avLst/>
          </a:prstGeom>
          <a:solidFill>
            <a:schemeClr val="dk1"/>
          </a:solidFill>
        </p:spPr>
        <p:txBody>
          <a:bodyPr anchorCtr="0" anchor="t" bIns="91425" lIns="91425" spcFirstLastPara="1" rIns="91425" wrap="square" tIns="91425">
            <a:noAutofit/>
          </a:bodyPr>
          <a:lstStyle/>
          <a:p>
            <a:pPr indent="0" lvl="0" marL="0" rtl="0" algn="ctr">
              <a:lnSpc>
                <a:spcPct val="90000"/>
              </a:lnSpc>
              <a:spcBef>
                <a:spcPts val="1560"/>
              </a:spcBef>
              <a:spcAft>
                <a:spcPts val="0"/>
              </a:spcAft>
              <a:buNone/>
            </a:pPr>
            <a:r>
              <a:rPr b="1" lang="en" sz="5700">
                <a:solidFill>
                  <a:srgbClr val="660000"/>
                </a:solidFill>
                <a:latin typeface="Corbel"/>
                <a:ea typeface="Corbel"/>
                <a:cs typeface="Corbel"/>
                <a:sym typeface="Corbel"/>
              </a:rPr>
              <a:t>教會本週聚會 </a:t>
            </a:r>
            <a:endParaRPr sz="1900">
              <a:solidFill>
                <a:srgbClr val="660000"/>
              </a:solidFill>
            </a:endParaRPr>
          </a:p>
        </p:txBody>
      </p:sp>
      <p:sp>
        <p:nvSpPr>
          <p:cNvPr id="438" name="Google Shape;438;p73"/>
          <p:cNvSpPr txBox="1"/>
          <p:nvPr/>
        </p:nvSpPr>
        <p:spPr>
          <a:xfrm>
            <a:off x="0" y="1356875"/>
            <a:ext cx="9144000" cy="2419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4300">
                <a:latin typeface="Corbel"/>
                <a:ea typeface="Corbel"/>
                <a:cs typeface="Corbel"/>
                <a:sym typeface="Corbel"/>
              </a:rPr>
              <a:t>週二  </a:t>
            </a:r>
            <a:r>
              <a:rPr b="1" lang="en" sz="4400">
                <a:latin typeface="Corbel"/>
                <a:ea typeface="Corbel"/>
                <a:cs typeface="Corbel"/>
                <a:sym typeface="Corbel"/>
              </a:rPr>
              <a:t>查經班</a:t>
            </a:r>
            <a:r>
              <a:rPr b="1" lang="en" sz="2500">
                <a:latin typeface="Corbel"/>
                <a:ea typeface="Corbel"/>
                <a:cs typeface="Corbel"/>
                <a:sym typeface="Corbel"/>
              </a:rPr>
              <a:t>          </a:t>
            </a:r>
            <a:r>
              <a:rPr b="1" lang="en" sz="2800">
                <a:highlight>
                  <a:schemeClr val="accent6"/>
                </a:highlight>
                <a:latin typeface="Corbel"/>
                <a:ea typeface="Corbel"/>
                <a:cs typeface="Corbel"/>
                <a:sym typeface="Corbel"/>
              </a:rPr>
              <a:t> 線上 </a:t>
            </a:r>
            <a:r>
              <a:rPr b="1" lang="en" sz="2500">
                <a:latin typeface="Corbel"/>
                <a:ea typeface="Corbel"/>
                <a:cs typeface="Corbel"/>
                <a:sym typeface="Corbel"/>
              </a:rPr>
              <a:t>    </a:t>
            </a:r>
            <a:r>
              <a:rPr b="1" lang="en" sz="3000">
                <a:solidFill>
                  <a:srgbClr val="0000FF"/>
                </a:solidFill>
                <a:latin typeface="Corbel"/>
                <a:ea typeface="Corbel"/>
                <a:cs typeface="Corbel"/>
                <a:sym typeface="Corbel"/>
              </a:rPr>
              <a:t>晚上 8:30- 9:30</a:t>
            </a:r>
            <a:endParaRPr b="1" sz="3000">
              <a:latin typeface="Corbel"/>
              <a:ea typeface="Corbel"/>
              <a:cs typeface="Corbel"/>
              <a:sym typeface="Corbel"/>
            </a:endParaRPr>
          </a:p>
          <a:p>
            <a:pPr indent="0" lvl="0" marL="0" rtl="0" algn="l">
              <a:lnSpc>
                <a:spcPct val="115000"/>
              </a:lnSpc>
              <a:spcBef>
                <a:spcPts val="0"/>
              </a:spcBef>
              <a:spcAft>
                <a:spcPts val="0"/>
              </a:spcAft>
              <a:buNone/>
            </a:pPr>
            <a:r>
              <a:rPr b="1" lang="en" sz="4400">
                <a:latin typeface="Corbel"/>
                <a:ea typeface="Corbel"/>
                <a:cs typeface="Corbel"/>
                <a:sym typeface="Corbel"/>
              </a:rPr>
              <a:t>週三  </a:t>
            </a:r>
            <a:r>
              <a:rPr b="1" lang="en" sz="4400">
                <a:latin typeface="Corbel"/>
                <a:ea typeface="Corbel"/>
                <a:cs typeface="Corbel"/>
                <a:sym typeface="Corbel"/>
              </a:rPr>
              <a:t>禱告會</a:t>
            </a:r>
            <a:r>
              <a:rPr b="1" lang="en" sz="2500">
                <a:latin typeface="Corbel"/>
                <a:ea typeface="Corbel"/>
                <a:cs typeface="Corbel"/>
                <a:sym typeface="Corbel"/>
              </a:rPr>
              <a:t>          </a:t>
            </a:r>
            <a:r>
              <a:rPr b="1" lang="en" sz="2800">
                <a:highlight>
                  <a:schemeClr val="accent6"/>
                </a:highlight>
                <a:latin typeface="Corbel"/>
                <a:ea typeface="Corbel"/>
                <a:cs typeface="Corbel"/>
                <a:sym typeface="Corbel"/>
              </a:rPr>
              <a:t> 線上 </a:t>
            </a:r>
            <a:r>
              <a:rPr b="1" lang="en" sz="2500">
                <a:latin typeface="Corbel"/>
                <a:ea typeface="Corbel"/>
                <a:cs typeface="Corbel"/>
                <a:sym typeface="Corbel"/>
              </a:rPr>
              <a:t>    </a:t>
            </a:r>
            <a:r>
              <a:rPr b="1" lang="en" sz="3000">
                <a:solidFill>
                  <a:srgbClr val="0000FF"/>
                </a:solidFill>
                <a:latin typeface="Corbel"/>
                <a:ea typeface="Corbel"/>
                <a:cs typeface="Corbel"/>
                <a:sym typeface="Corbel"/>
              </a:rPr>
              <a:t>晚上 8:30- 10:00</a:t>
            </a:r>
            <a:endParaRPr b="1" sz="2500">
              <a:latin typeface="Corbel"/>
              <a:ea typeface="Corbel"/>
              <a:cs typeface="Corbel"/>
              <a:sym typeface="Corbel"/>
            </a:endParaRPr>
          </a:p>
          <a:p>
            <a:pPr indent="0" lvl="0" marL="0" rtl="0" algn="l">
              <a:lnSpc>
                <a:spcPct val="115000"/>
              </a:lnSpc>
              <a:spcBef>
                <a:spcPts val="0"/>
              </a:spcBef>
              <a:spcAft>
                <a:spcPts val="1600"/>
              </a:spcAft>
              <a:buNone/>
            </a:pPr>
            <a:r>
              <a:rPr b="1" lang="en" sz="4400">
                <a:latin typeface="Corbel"/>
                <a:ea typeface="Corbel"/>
                <a:cs typeface="Corbel"/>
                <a:sym typeface="Corbel"/>
              </a:rPr>
              <a:t>週五  </a:t>
            </a:r>
            <a:r>
              <a:rPr b="1" lang="en" sz="4000">
                <a:latin typeface="Corbel"/>
                <a:ea typeface="Corbel"/>
                <a:cs typeface="Corbel"/>
                <a:sym typeface="Corbel"/>
              </a:rPr>
              <a:t>通宵禱告會</a:t>
            </a:r>
            <a:r>
              <a:rPr b="1" lang="en" sz="2500">
                <a:latin typeface="Corbel"/>
                <a:ea typeface="Corbel"/>
                <a:cs typeface="Corbel"/>
                <a:sym typeface="Corbel"/>
              </a:rPr>
              <a:t>    </a:t>
            </a:r>
            <a:r>
              <a:rPr b="1" lang="en" sz="2800">
                <a:highlight>
                  <a:srgbClr val="F6B26B"/>
                </a:highlight>
                <a:latin typeface="Corbel"/>
                <a:ea typeface="Corbel"/>
                <a:cs typeface="Corbel"/>
                <a:sym typeface="Corbel"/>
              </a:rPr>
              <a:t> 教會 </a:t>
            </a:r>
            <a:r>
              <a:rPr b="1" lang="en" sz="2500">
                <a:latin typeface="Corbel"/>
                <a:ea typeface="Corbel"/>
                <a:cs typeface="Corbel"/>
                <a:sym typeface="Corbel"/>
              </a:rPr>
              <a:t>    </a:t>
            </a:r>
            <a:r>
              <a:rPr b="1" lang="en" sz="3000">
                <a:solidFill>
                  <a:srgbClr val="0000FF"/>
                </a:solidFill>
                <a:latin typeface="Corbel"/>
                <a:ea typeface="Corbel"/>
                <a:cs typeface="Corbel"/>
                <a:sym typeface="Corbel"/>
              </a:rPr>
              <a:t>半夜 12:30開始</a:t>
            </a:r>
            <a:endParaRPr b="1" sz="2600">
              <a:latin typeface="Corbel"/>
              <a:ea typeface="Corbel"/>
              <a:cs typeface="Corbel"/>
              <a:sym typeface="Corbe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442" name="Shape 442"/>
        <p:cNvGrpSpPr/>
        <p:nvPr/>
      </p:nvGrpSpPr>
      <p:grpSpPr>
        <a:xfrm>
          <a:off x="0" y="0"/>
          <a:ext cx="0" cy="0"/>
          <a:chOff x="0" y="0"/>
          <a:chExt cx="0" cy="0"/>
        </a:xfrm>
      </p:grpSpPr>
      <p:sp>
        <p:nvSpPr>
          <p:cNvPr id="443" name="Google Shape;443;p74"/>
          <p:cNvSpPr txBox="1"/>
          <p:nvPr>
            <p:ph idx="4294967295" type="body"/>
          </p:nvPr>
        </p:nvSpPr>
        <p:spPr>
          <a:xfrm>
            <a:off x="0" y="-82575"/>
            <a:ext cx="9144000" cy="1188000"/>
          </a:xfrm>
          <a:prstGeom prst="rect">
            <a:avLst/>
          </a:prstGeom>
          <a:solidFill>
            <a:schemeClr val="lt2"/>
          </a:solidFill>
        </p:spPr>
        <p:txBody>
          <a:bodyPr anchorCtr="0" anchor="t" bIns="91425" lIns="91425" spcFirstLastPara="1" rIns="91425" wrap="square" tIns="91425">
            <a:noAutofit/>
          </a:bodyPr>
          <a:lstStyle/>
          <a:p>
            <a:pPr indent="0" lvl="0" marL="0" rtl="0" algn="l">
              <a:lnSpc>
                <a:spcPct val="90000"/>
              </a:lnSpc>
              <a:spcBef>
                <a:spcPts val="1560"/>
              </a:spcBef>
              <a:spcAft>
                <a:spcPts val="0"/>
              </a:spcAft>
              <a:buNone/>
            </a:pPr>
            <a:r>
              <a:rPr b="1" lang="en" sz="6000">
                <a:solidFill>
                  <a:schemeClr val="lt1"/>
                </a:solidFill>
                <a:latin typeface="Times New Roman"/>
                <a:ea typeface="Times New Roman"/>
                <a:cs typeface="Times New Roman"/>
                <a:sym typeface="Times New Roman"/>
              </a:rPr>
              <a:t>2026年6</a:t>
            </a:r>
            <a:r>
              <a:rPr b="1" lang="en" sz="5700">
                <a:solidFill>
                  <a:schemeClr val="lt1"/>
                </a:solidFill>
                <a:latin typeface="Corbel"/>
                <a:ea typeface="Corbel"/>
                <a:cs typeface="Corbel"/>
                <a:sym typeface="Corbel"/>
              </a:rPr>
              <a:t>月份同工會</a:t>
            </a:r>
            <a:endParaRPr sz="1900">
              <a:solidFill>
                <a:schemeClr val="lt1"/>
              </a:solidFill>
            </a:endParaRPr>
          </a:p>
        </p:txBody>
      </p:sp>
      <p:sp>
        <p:nvSpPr>
          <p:cNvPr id="444" name="Google Shape;444;p74"/>
          <p:cNvSpPr txBox="1"/>
          <p:nvPr/>
        </p:nvSpPr>
        <p:spPr>
          <a:xfrm>
            <a:off x="78650" y="936967"/>
            <a:ext cx="4386000" cy="420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560"/>
              </a:spcBef>
              <a:spcAft>
                <a:spcPts val="0"/>
              </a:spcAft>
              <a:buNone/>
            </a:pPr>
            <a:r>
              <a:t/>
            </a:r>
            <a:endParaRPr sz="1700">
              <a:solidFill>
                <a:schemeClr val="lt1"/>
              </a:solidFill>
              <a:latin typeface="Corbel"/>
              <a:ea typeface="Corbel"/>
              <a:cs typeface="Corbel"/>
              <a:sym typeface="Corbel"/>
            </a:endParaRPr>
          </a:p>
        </p:txBody>
      </p:sp>
      <p:sp>
        <p:nvSpPr>
          <p:cNvPr id="445" name="Google Shape;445;p74"/>
          <p:cNvSpPr txBox="1"/>
          <p:nvPr>
            <p:ph idx="4294967295" type="subTitle"/>
          </p:nvPr>
        </p:nvSpPr>
        <p:spPr>
          <a:xfrm>
            <a:off x="78650" y="1357275"/>
            <a:ext cx="8642700" cy="30264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900">
                <a:solidFill>
                  <a:srgbClr val="222222"/>
                </a:solidFill>
                <a:latin typeface="Corbel"/>
                <a:ea typeface="Corbel"/>
                <a:cs typeface="Corbel"/>
                <a:sym typeface="Corbel"/>
              </a:rPr>
              <a:t>將於</a:t>
            </a:r>
            <a:r>
              <a:rPr b="1" lang="en" sz="3900">
                <a:solidFill>
                  <a:srgbClr val="222222"/>
                </a:solidFill>
                <a:latin typeface="Corbel"/>
                <a:ea typeface="Corbel"/>
                <a:cs typeface="Corbel"/>
                <a:sym typeface="Corbel"/>
              </a:rPr>
              <a:t>下主日(</a:t>
            </a:r>
            <a:r>
              <a:rPr b="1" lang="en" sz="3900">
                <a:solidFill>
                  <a:srgbClr val="222222"/>
                </a:solidFill>
                <a:latin typeface="Times New Roman"/>
                <a:ea typeface="Times New Roman"/>
                <a:cs typeface="Times New Roman"/>
                <a:sym typeface="Times New Roman"/>
              </a:rPr>
              <a:t>6</a:t>
            </a:r>
            <a:r>
              <a:rPr b="1" lang="en" sz="3900">
                <a:solidFill>
                  <a:srgbClr val="222222"/>
                </a:solidFill>
                <a:latin typeface="Times New Roman"/>
                <a:ea typeface="Times New Roman"/>
                <a:cs typeface="Times New Roman"/>
                <a:sym typeface="Times New Roman"/>
              </a:rPr>
              <a:t>/21/2026</a:t>
            </a:r>
            <a:r>
              <a:rPr b="1" lang="en" sz="3900">
                <a:solidFill>
                  <a:srgbClr val="222222"/>
                </a:solidFill>
                <a:latin typeface="Corbel"/>
                <a:ea typeface="Corbel"/>
                <a:cs typeface="Corbel"/>
                <a:sym typeface="Corbel"/>
              </a:rPr>
              <a:t>)於</a:t>
            </a:r>
            <a:r>
              <a:rPr b="1" lang="en" sz="3900">
                <a:solidFill>
                  <a:srgbClr val="222222"/>
                </a:solidFill>
                <a:latin typeface="Corbel"/>
                <a:ea typeface="Corbel"/>
                <a:cs typeface="Corbel"/>
                <a:sym typeface="Corbel"/>
              </a:rPr>
              <a:t>教會午餐時間</a:t>
            </a:r>
            <a:r>
              <a:rPr b="1" lang="en" sz="3900">
                <a:solidFill>
                  <a:srgbClr val="222222"/>
                </a:solidFill>
                <a:latin typeface="Corbel"/>
                <a:ea typeface="Corbel"/>
                <a:cs typeface="Corbel"/>
                <a:sym typeface="Corbel"/>
              </a:rPr>
              <a:t>舉行</a:t>
            </a:r>
            <a:endParaRPr b="1" sz="3900">
              <a:solidFill>
                <a:srgbClr val="222222"/>
              </a:solidFill>
              <a:latin typeface="Corbel"/>
              <a:ea typeface="Corbel"/>
              <a:cs typeface="Corbel"/>
              <a:sym typeface="Corbel"/>
            </a:endParaRPr>
          </a:p>
          <a:p>
            <a:pPr indent="0" lvl="0" marL="0" rtl="0" algn="l">
              <a:spcBef>
                <a:spcPts val="1600"/>
              </a:spcBef>
              <a:spcAft>
                <a:spcPts val="0"/>
              </a:spcAft>
              <a:buNone/>
            </a:pPr>
            <a:r>
              <a:rPr b="1" lang="en" sz="3900">
                <a:solidFill>
                  <a:srgbClr val="222222"/>
                </a:solidFill>
                <a:latin typeface="Corbel"/>
                <a:ea typeface="Corbel"/>
                <a:cs typeface="Corbel"/>
                <a:sym typeface="Corbel"/>
              </a:rPr>
              <a:t>12:45 pm- 2:00 pm </a:t>
            </a:r>
            <a:endParaRPr b="1" sz="3900">
              <a:solidFill>
                <a:srgbClr val="222222"/>
              </a:solidFill>
              <a:highlight>
                <a:srgbClr val="FFD966"/>
              </a:highlight>
              <a:latin typeface="Corbel"/>
              <a:ea typeface="Corbel"/>
              <a:cs typeface="Corbel"/>
              <a:sym typeface="Corbel"/>
            </a:endParaRPr>
          </a:p>
          <a:p>
            <a:pPr indent="0" lvl="0" marL="0" rtl="0" algn="l">
              <a:spcBef>
                <a:spcPts val="1600"/>
              </a:spcBef>
              <a:spcAft>
                <a:spcPts val="0"/>
              </a:spcAft>
              <a:buNone/>
            </a:pPr>
            <a:r>
              <a:rPr b="1" lang="en" sz="3900">
                <a:solidFill>
                  <a:srgbClr val="222222"/>
                </a:solidFill>
                <a:latin typeface="Corbel"/>
                <a:ea typeface="Corbel"/>
                <a:cs typeface="Corbel"/>
                <a:sym typeface="Corbel"/>
              </a:rPr>
              <a:t>請同工記得參加</a:t>
            </a:r>
            <a:endParaRPr b="1" sz="3900">
              <a:solidFill>
                <a:srgbClr val="222222"/>
              </a:solidFill>
              <a:latin typeface="Corbel"/>
              <a:ea typeface="Corbel"/>
              <a:cs typeface="Corbel"/>
              <a:sym typeface="Corbel"/>
            </a:endParaRPr>
          </a:p>
          <a:p>
            <a:pPr indent="0" lvl="0" marL="0" rtl="0" algn="l">
              <a:lnSpc>
                <a:spcPct val="100000"/>
              </a:lnSpc>
              <a:spcBef>
                <a:spcPts val="1600"/>
              </a:spcBef>
              <a:spcAft>
                <a:spcPts val="1600"/>
              </a:spcAft>
              <a:buNone/>
            </a:pPr>
            <a:r>
              <a:t/>
            </a:r>
            <a:endParaRPr b="1" sz="4400">
              <a:latin typeface="Corbel"/>
              <a:ea typeface="Corbel"/>
              <a:cs typeface="Corbel"/>
              <a:sym typeface="Corbe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dk2"/>
        </a:solidFill>
      </p:bgPr>
    </p:bg>
    <p:spTree>
      <p:nvGrpSpPr>
        <p:cNvPr id="449" name="Shape 449"/>
        <p:cNvGrpSpPr/>
        <p:nvPr/>
      </p:nvGrpSpPr>
      <p:grpSpPr>
        <a:xfrm>
          <a:off x="0" y="0"/>
          <a:ext cx="0" cy="0"/>
          <a:chOff x="0" y="0"/>
          <a:chExt cx="0" cy="0"/>
        </a:xfrm>
      </p:grpSpPr>
      <p:sp>
        <p:nvSpPr>
          <p:cNvPr id="450" name="Google Shape;450;p75"/>
          <p:cNvSpPr txBox="1"/>
          <p:nvPr>
            <p:ph idx="2" type="body"/>
          </p:nvPr>
        </p:nvSpPr>
        <p:spPr>
          <a:xfrm>
            <a:off x="0" y="-82575"/>
            <a:ext cx="9144000" cy="863700"/>
          </a:xfrm>
          <a:prstGeom prst="rect">
            <a:avLst/>
          </a:prstGeom>
          <a:solidFill>
            <a:schemeClr val="lt2"/>
          </a:solidFill>
        </p:spPr>
        <p:txBody>
          <a:bodyPr anchorCtr="0" anchor="ctr" bIns="91425" lIns="91425" spcFirstLastPara="1" rIns="91425" wrap="square" tIns="91425">
            <a:noAutofit/>
          </a:bodyPr>
          <a:lstStyle/>
          <a:p>
            <a:pPr indent="0" lvl="0" marL="0" rtl="0" algn="l">
              <a:lnSpc>
                <a:spcPct val="90000"/>
              </a:lnSpc>
              <a:spcBef>
                <a:spcPts val="1560"/>
              </a:spcBef>
              <a:spcAft>
                <a:spcPts val="0"/>
              </a:spcAft>
              <a:buNone/>
            </a:pPr>
            <a:r>
              <a:rPr b="1" lang="en" sz="4400">
                <a:solidFill>
                  <a:schemeClr val="dk2"/>
                </a:solidFill>
                <a:latin typeface="Corbel"/>
                <a:ea typeface="Corbel"/>
                <a:cs typeface="Corbel"/>
                <a:sym typeface="Corbel"/>
              </a:rPr>
              <a:t>本季度(7-9 月)的清潔服事輪值表 </a:t>
            </a:r>
            <a:endParaRPr sz="2400">
              <a:solidFill>
                <a:schemeClr val="dk2"/>
              </a:solidFill>
            </a:endParaRPr>
          </a:p>
        </p:txBody>
      </p:sp>
      <p:sp>
        <p:nvSpPr>
          <p:cNvPr id="451" name="Google Shape;451;p75"/>
          <p:cNvSpPr txBox="1"/>
          <p:nvPr/>
        </p:nvSpPr>
        <p:spPr>
          <a:xfrm>
            <a:off x="78650" y="936967"/>
            <a:ext cx="4386000" cy="420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560"/>
              </a:spcBef>
              <a:spcAft>
                <a:spcPts val="0"/>
              </a:spcAft>
              <a:buNone/>
            </a:pPr>
            <a:r>
              <a:t/>
            </a:r>
            <a:endParaRPr sz="1700">
              <a:solidFill>
                <a:schemeClr val="lt1"/>
              </a:solidFill>
              <a:latin typeface="Corbel"/>
              <a:ea typeface="Corbel"/>
              <a:cs typeface="Corbel"/>
              <a:sym typeface="Corbel"/>
            </a:endParaRPr>
          </a:p>
        </p:txBody>
      </p:sp>
      <p:sp>
        <p:nvSpPr>
          <p:cNvPr id="452" name="Google Shape;452;p75"/>
          <p:cNvSpPr txBox="1"/>
          <p:nvPr>
            <p:ph idx="1" type="subTitle"/>
          </p:nvPr>
        </p:nvSpPr>
        <p:spPr>
          <a:xfrm>
            <a:off x="132100" y="1105275"/>
            <a:ext cx="8642700" cy="30264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900">
                <a:solidFill>
                  <a:schemeClr val="dk1"/>
                </a:solidFill>
                <a:latin typeface="Corbel"/>
                <a:ea typeface="Corbel"/>
                <a:cs typeface="Corbel"/>
                <a:sym typeface="Corbel"/>
              </a:rPr>
              <a:t>本季度(7-9 月)的服事輪值表 已張貼在各個佈告欄與後堂冰箱上，請家人們前往查看！</a:t>
            </a:r>
            <a:endParaRPr b="1" sz="3900">
              <a:solidFill>
                <a:schemeClr val="dk1"/>
              </a:solidFill>
              <a:latin typeface="Corbel"/>
              <a:ea typeface="Corbel"/>
              <a:cs typeface="Corbel"/>
              <a:sym typeface="Corbel"/>
            </a:endParaRPr>
          </a:p>
          <a:p>
            <a:pPr indent="0" lvl="0" marL="0" rtl="0" algn="l">
              <a:spcBef>
                <a:spcPts val="1600"/>
              </a:spcBef>
              <a:spcAft>
                <a:spcPts val="0"/>
              </a:spcAft>
              <a:buNone/>
            </a:pPr>
            <a:r>
              <a:rPr b="1" lang="en" sz="3900">
                <a:solidFill>
                  <a:schemeClr val="dk1"/>
                </a:solidFill>
                <a:latin typeface="Corbel"/>
                <a:ea typeface="Corbel"/>
                <a:cs typeface="Corbel"/>
                <a:sym typeface="Corbel"/>
              </a:rPr>
              <a:t>如有問題 或需要調整, 請詢問振成弟兄</a:t>
            </a:r>
            <a:endParaRPr b="1" sz="3900">
              <a:solidFill>
                <a:schemeClr val="dk1"/>
              </a:solidFill>
              <a:latin typeface="Corbel"/>
              <a:ea typeface="Corbel"/>
              <a:cs typeface="Corbel"/>
              <a:sym typeface="Corbel"/>
            </a:endParaRPr>
          </a:p>
          <a:p>
            <a:pPr indent="0" lvl="0" marL="0" rtl="0" algn="l">
              <a:lnSpc>
                <a:spcPct val="100000"/>
              </a:lnSpc>
              <a:spcBef>
                <a:spcPts val="1600"/>
              </a:spcBef>
              <a:spcAft>
                <a:spcPts val="0"/>
              </a:spcAft>
              <a:buNone/>
            </a:pPr>
            <a:r>
              <a:t/>
            </a:r>
            <a:endParaRPr b="1" sz="4400">
              <a:latin typeface="Corbel"/>
              <a:ea typeface="Corbel"/>
              <a:cs typeface="Corbel"/>
              <a:sym typeface="Corbe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dk2"/>
        </a:solidFill>
      </p:bgPr>
    </p:bg>
    <p:spTree>
      <p:nvGrpSpPr>
        <p:cNvPr id="456" name="Shape 456"/>
        <p:cNvGrpSpPr/>
        <p:nvPr/>
      </p:nvGrpSpPr>
      <p:grpSpPr>
        <a:xfrm>
          <a:off x="0" y="0"/>
          <a:ext cx="0" cy="0"/>
          <a:chOff x="0" y="0"/>
          <a:chExt cx="0" cy="0"/>
        </a:xfrm>
      </p:grpSpPr>
      <p:sp>
        <p:nvSpPr>
          <p:cNvPr id="457" name="Google Shape;457;p76"/>
          <p:cNvSpPr txBox="1"/>
          <p:nvPr>
            <p:ph idx="2" type="body"/>
          </p:nvPr>
        </p:nvSpPr>
        <p:spPr>
          <a:xfrm>
            <a:off x="0" y="-82575"/>
            <a:ext cx="9144000" cy="863700"/>
          </a:xfrm>
          <a:prstGeom prst="rect">
            <a:avLst/>
          </a:prstGeom>
          <a:solidFill>
            <a:schemeClr val="lt2"/>
          </a:solidFill>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4800">
                <a:solidFill>
                  <a:schemeClr val="accent1"/>
                </a:solidFill>
                <a:latin typeface="Corbel"/>
                <a:ea typeface="Corbel"/>
                <a:cs typeface="Corbel"/>
                <a:sym typeface="Corbel"/>
              </a:rPr>
              <a:t>下主日8/30見證分享</a:t>
            </a:r>
            <a:endParaRPr b="1" sz="7300">
              <a:solidFill>
                <a:schemeClr val="accent1"/>
              </a:solidFill>
              <a:latin typeface="Corbel"/>
              <a:ea typeface="Corbel"/>
              <a:cs typeface="Corbel"/>
              <a:sym typeface="Corbel"/>
            </a:endParaRPr>
          </a:p>
        </p:txBody>
      </p:sp>
      <p:sp>
        <p:nvSpPr>
          <p:cNvPr id="458" name="Google Shape;458;p76"/>
          <p:cNvSpPr txBox="1"/>
          <p:nvPr/>
        </p:nvSpPr>
        <p:spPr>
          <a:xfrm>
            <a:off x="78650" y="936967"/>
            <a:ext cx="4386000" cy="420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560"/>
              </a:spcBef>
              <a:spcAft>
                <a:spcPts val="0"/>
              </a:spcAft>
              <a:buNone/>
            </a:pPr>
            <a:r>
              <a:t/>
            </a:r>
            <a:endParaRPr sz="1700">
              <a:solidFill>
                <a:schemeClr val="lt1"/>
              </a:solidFill>
              <a:latin typeface="Corbel"/>
              <a:ea typeface="Corbel"/>
              <a:cs typeface="Corbel"/>
              <a:sym typeface="Corbel"/>
            </a:endParaRPr>
          </a:p>
        </p:txBody>
      </p:sp>
      <p:sp>
        <p:nvSpPr>
          <p:cNvPr id="459" name="Google Shape;459;p76"/>
          <p:cNvSpPr txBox="1"/>
          <p:nvPr>
            <p:ph idx="1" type="subTitle"/>
          </p:nvPr>
        </p:nvSpPr>
        <p:spPr>
          <a:xfrm>
            <a:off x="213873" y="781125"/>
            <a:ext cx="8735700" cy="4182600"/>
          </a:xfrm>
          <a:prstGeom prst="rect">
            <a:avLst/>
          </a:prstGeom>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3600">
                <a:solidFill>
                  <a:schemeClr val="dk1"/>
                </a:solidFill>
                <a:latin typeface="Corbel"/>
                <a:ea typeface="Corbel"/>
                <a:cs typeface="Corbel"/>
                <a:sym typeface="Corbel"/>
              </a:rPr>
              <a:t>8/30</a:t>
            </a:r>
            <a:r>
              <a:rPr b="1" lang="en" sz="3600">
                <a:solidFill>
                  <a:schemeClr val="dk1"/>
                </a:solidFill>
                <a:latin typeface="Corbel"/>
                <a:ea typeface="Corbel"/>
                <a:cs typeface="Corbel"/>
                <a:sym typeface="Corbel"/>
              </a:rPr>
              <a:t>是見證與分享主日：</a:t>
            </a:r>
            <a:endParaRPr b="1" sz="3600">
              <a:solidFill>
                <a:schemeClr val="dk1"/>
              </a:solidFill>
              <a:latin typeface="Corbel"/>
              <a:ea typeface="Corbel"/>
              <a:cs typeface="Corbel"/>
              <a:sym typeface="Corbel"/>
            </a:endParaRPr>
          </a:p>
          <a:p>
            <a:pPr indent="0" lvl="0" marL="0" rtl="0" algn="l">
              <a:lnSpc>
                <a:spcPct val="115000"/>
              </a:lnSpc>
              <a:spcBef>
                <a:spcPts val="1600"/>
              </a:spcBef>
              <a:spcAft>
                <a:spcPts val="1600"/>
              </a:spcAft>
              <a:buNone/>
            </a:pPr>
            <a:r>
              <a:rPr b="1" lang="en" sz="3600">
                <a:solidFill>
                  <a:schemeClr val="dk1"/>
                </a:solidFill>
                <a:latin typeface="Corbel"/>
                <a:ea typeface="Corbel"/>
                <a:cs typeface="Corbel"/>
                <a:sym typeface="Corbel"/>
              </a:rPr>
              <a:t>讓我們一起來</a:t>
            </a:r>
            <a:r>
              <a:rPr b="1" lang="en" sz="3600">
                <a:solidFill>
                  <a:schemeClr val="dk1"/>
                </a:solidFill>
                <a:latin typeface="Corbel"/>
                <a:ea typeface="Corbel"/>
                <a:cs typeface="Corbel"/>
                <a:sym typeface="Corbel"/>
              </a:rPr>
              <a:t>感恩與</a:t>
            </a:r>
            <a:r>
              <a:rPr b="1" lang="en" sz="3600">
                <a:solidFill>
                  <a:schemeClr val="dk1"/>
                </a:solidFill>
                <a:latin typeface="Corbel"/>
                <a:ea typeface="Corbel"/>
                <a:cs typeface="Corbel"/>
                <a:sym typeface="Corbel"/>
              </a:rPr>
              <a:t>分享, 因著主耶穌,我們自己的生命如何被翻轉, 重生,與改變的領悟與經歷, 也讓我們在聆聽弟兄姐妹的時候, 得到提醒,也得到鼓勵！ </a:t>
            </a:r>
            <a:endParaRPr b="1" sz="4400">
              <a:latin typeface="Corbel"/>
              <a:ea typeface="Corbel"/>
              <a:cs typeface="Corbel"/>
              <a:sym typeface="Corbe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463" name="Shape 463"/>
        <p:cNvGrpSpPr/>
        <p:nvPr/>
      </p:nvGrpSpPr>
      <p:grpSpPr>
        <a:xfrm>
          <a:off x="0" y="0"/>
          <a:ext cx="0" cy="0"/>
          <a:chOff x="0" y="0"/>
          <a:chExt cx="0" cy="0"/>
        </a:xfrm>
      </p:grpSpPr>
      <p:sp>
        <p:nvSpPr>
          <p:cNvPr id="464" name="Google Shape;464;p77"/>
          <p:cNvSpPr txBox="1"/>
          <p:nvPr>
            <p:ph idx="2" type="body"/>
          </p:nvPr>
        </p:nvSpPr>
        <p:spPr>
          <a:xfrm>
            <a:off x="0" y="1825000"/>
            <a:ext cx="9144000" cy="863700"/>
          </a:xfrm>
          <a:prstGeom prst="rect">
            <a:avLst/>
          </a:prstGeom>
          <a:solidFill>
            <a:schemeClr val="lt2"/>
          </a:solidFill>
        </p:spPr>
        <p:txBody>
          <a:bodyPr anchorCtr="0" anchor="ctr" bIns="91425" lIns="91425" spcFirstLastPara="1" rIns="91425" wrap="square" tIns="91425">
            <a:noAutofit/>
          </a:bodyPr>
          <a:lstStyle/>
          <a:p>
            <a:pPr indent="0" lvl="0" marL="0" rtl="0" algn="l">
              <a:lnSpc>
                <a:spcPct val="90000"/>
              </a:lnSpc>
              <a:spcBef>
                <a:spcPts val="1560"/>
              </a:spcBef>
              <a:spcAft>
                <a:spcPts val="0"/>
              </a:spcAft>
              <a:buNone/>
            </a:pPr>
            <a:r>
              <a:rPr b="1" lang="en" sz="4400">
                <a:solidFill>
                  <a:schemeClr val="dk2"/>
                </a:solidFill>
                <a:latin typeface="Corbel"/>
                <a:ea typeface="Corbel"/>
                <a:cs typeface="Corbel"/>
                <a:sym typeface="Corbel"/>
              </a:rPr>
              <a:t>下主日(6/21)服事輪值</a:t>
            </a:r>
            <a:endParaRPr sz="2400">
              <a:solidFill>
                <a:schemeClr val="dk2"/>
              </a:solidFill>
            </a:endParaRPr>
          </a:p>
        </p:txBody>
      </p:sp>
      <p:sp>
        <p:nvSpPr>
          <p:cNvPr id="465" name="Google Shape;465;p77"/>
          <p:cNvSpPr txBox="1"/>
          <p:nvPr/>
        </p:nvSpPr>
        <p:spPr>
          <a:xfrm>
            <a:off x="0" y="982700"/>
            <a:ext cx="8569200" cy="723300"/>
          </a:xfrm>
          <a:prstGeom prst="rect">
            <a:avLst/>
          </a:prstGeom>
          <a:noFill/>
          <a:ln>
            <a:noFill/>
          </a:ln>
        </p:spPr>
        <p:txBody>
          <a:bodyPr anchorCtr="0" anchor="t" bIns="91425" lIns="91425" spcFirstLastPara="1" rIns="91425" wrap="square" tIns="91425">
            <a:spAutoFit/>
          </a:bodyPr>
          <a:lstStyle/>
          <a:p>
            <a:pPr indent="-450850" lvl="0" marL="457200" rtl="0" algn="l">
              <a:spcBef>
                <a:spcPts val="0"/>
              </a:spcBef>
              <a:spcAft>
                <a:spcPts val="0"/>
              </a:spcAft>
              <a:buClr>
                <a:schemeClr val="dk1"/>
              </a:buClr>
              <a:buSzPts val="3500"/>
              <a:buFont typeface="Corbel"/>
              <a:buChar char="●"/>
            </a:pPr>
            <a:r>
              <a:rPr lang="en" sz="3500">
                <a:solidFill>
                  <a:schemeClr val="dk1"/>
                </a:solidFill>
                <a:latin typeface="Corbel"/>
                <a:ea typeface="Corbel"/>
                <a:cs typeface="Corbel"/>
                <a:sym typeface="Corbel"/>
              </a:rPr>
              <a:t>Michelle, 洪雪吟, 嘉文</a:t>
            </a:r>
            <a:endParaRPr sz="2700">
              <a:solidFill>
                <a:schemeClr val="dk1"/>
              </a:solidFill>
              <a:latin typeface="Roboto"/>
              <a:ea typeface="Roboto"/>
              <a:cs typeface="Roboto"/>
              <a:sym typeface="Roboto"/>
            </a:endParaRPr>
          </a:p>
        </p:txBody>
      </p:sp>
      <p:sp>
        <p:nvSpPr>
          <p:cNvPr id="466" name="Google Shape;466;p77"/>
          <p:cNvSpPr txBox="1"/>
          <p:nvPr>
            <p:ph idx="1" type="subTitle"/>
          </p:nvPr>
        </p:nvSpPr>
        <p:spPr>
          <a:xfrm>
            <a:off x="0" y="2745775"/>
            <a:ext cx="9144000" cy="2277900"/>
          </a:xfrm>
          <a:prstGeom prst="rect">
            <a:avLst/>
          </a:prstGeom>
          <a:ln>
            <a:noFill/>
          </a:ln>
        </p:spPr>
        <p:txBody>
          <a:bodyPr anchorCtr="0" anchor="t" bIns="91425" lIns="91425" spcFirstLastPara="1" rIns="91425" wrap="square" tIns="91425">
            <a:noAutofit/>
          </a:bodyPr>
          <a:lstStyle/>
          <a:p>
            <a:pPr indent="-450850" lvl="0" marL="457200" rtl="0" algn="l">
              <a:spcBef>
                <a:spcPts val="0"/>
              </a:spcBef>
              <a:spcAft>
                <a:spcPts val="0"/>
              </a:spcAft>
              <a:buClr>
                <a:schemeClr val="dk1"/>
              </a:buClr>
              <a:buSzPts val="3500"/>
              <a:buFont typeface="Corbel"/>
              <a:buChar char="●"/>
            </a:pPr>
            <a:r>
              <a:rPr lang="en" sz="3500">
                <a:solidFill>
                  <a:schemeClr val="accent6"/>
                </a:solidFill>
                <a:latin typeface="Corbel"/>
                <a:ea typeface="Corbel"/>
                <a:cs typeface="Corbel"/>
                <a:sym typeface="Corbel"/>
              </a:rPr>
              <a:t>主席：</a:t>
            </a:r>
            <a:r>
              <a:rPr lang="en" sz="3500">
                <a:solidFill>
                  <a:schemeClr val="dk1"/>
                </a:solidFill>
                <a:latin typeface="Corbel"/>
                <a:ea typeface="Corbel"/>
                <a:cs typeface="Corbel"/>
                <a:sym typeface="Corbel"/>
              </a:rPr>
              <a:t>  </a:t>
            </a:r>
            <a:r>
              <a:rPr lang="en" sz="3500">
                <a:solidFill>
                  <a:schemeClr val="dk1"/>
                </a:solidFill>
                <a:latin typeface="Corbel"/>
                <a:ea typeface="Corbel"/>
                <a:cs typeface="Corbel"/>
                <a:sym typeface="Corbel"/>
              </a:rPr>
              <a:t>賴建平 </a:t>
            </a:r>
            <a:r>
              <a:rPr lang="en" sz="3500">
                <a:solidFill>
                  <a:schemeClr val="dk1"/>
                </a:solidFill>
                <a:latin typeface="Corbel"/>
                <a:ea typeface="Corbel"/>
                <a:cs typeface="Corbel"/>
                <a:sym typeface="Corbel"/>
              </a:rPr>
              <a:t>弟兄</a:t>
            </a:r>
            <a:endParaRPr sz="3500">
              <a:solidFill>
                <a:schemeClr val="dk1"/>
              </a:solidFill>
              <a:latin typeface="Corbel"/>
              <a:ea typeface="Corbel"/>
              <a:cs typeface="Corbel"/>
              <a:sym typeface="Corbel"/>
            </a:endParaRPr>
          </a:p>
          <a:p>
            <a:pPr indent="-450850" lvl="0" marL="457200" rtl="0" algn="l">
              <a:spcBef>
                <a:spcPts val="0"/>
              </a:spcBef>
              <a:spcAft>
                <a:spcPts val="0"/>
              </a:spcAft>
              <a:buClr>
                <a:schemeClr val="dk1"/>
              </a:buClr>
              <a:buSzPts val="3500"/>
              <a:buFont typeface="Corbel"/>
              <a:buChar char="●"/>
            </a:pPr>
            <a:r>
              <a:rPr lang="en" sz="3500">
                <a:solidFill>
                  <a:schemeClr val="accent6"/>
                </a:solidFill>
                <a:latin typeface="Corbel"/>
                <a:ea typeface="Corbel"/>
                <a:cs typeface="Corbel"/>
                <a:sym typeface="Corbel"/>
              </a:rPr>
              <a:t>敬拜：</a:t>
            </a:r>
            <a:r>
              <a:rPr lang="en" sz="3500">
                <a:solidFill>
                  <a:schemeClr val="dk1"/>
                </a:solidFill>
                <a:latin typeface="Corbel"/>
                <a:ea typeface="Corbel"/>
                <a:cs typeface="Corbel"/>
                <a:sym typeface="Corbel"/>
              </a:rPr>
              <a:t>  </a:t>
            </a:r>
            <a:r>
              <a:rPr lang="en" sz="3500">
                <a:solidFill>
                  <a:schemeClr val="dk1"/>
                </a:solidFill>
                <a:latin typeface="Corbel"/>
                <a:ea typeface="Corbel"/>
                <a:cs typeface="Corbel"/>
                <a:sym typeface="Corbel"/>
              </a:rPr>
              <a:t>李麗婷 </a:t>
            </a:r>
            <a:r>
              <a:rPr lang="en" sz="3500">
                <a:solidFill>
                  <a:schemeClr val="dk1"/>
                </a:solidFill>
                <a:latin typeface="Corbel"/>
                <a:ea typeface="Corbel"/>
                <a:cs typeface="Corbel"/>
                <a:sym typeface="Corbel"/>
              </a:rPr>
              <a:t>姐妹</a:t>
            </a:r>
            <a:endParaRPr sz="3500">
              <a:solidFill>
                <a:schemeClr val="dk1"/>
              </a:solidFill>
              <a:latin typeface="Corbel"/>
              <a:ea typeface="Corbel"/>
              <a:cs typeface="Corbel"/>
              <a:sym typeface="Corbel"/>
            </a:endParaRPr>
          </a:p>
          <a:p>
            <a:pPr indent="-450850" lvl="0" marL="457200" rtl="0" algn="l">
              <a:spcBef>
                <a:spcPts val="0"/>
              </a:spcBef>
              <a:spcAft>
                <a:spcPts val="0"/>
              </a:spcAft>
              <a:buClr>
                <a:schemeClr val="dk1"/>
              </a:buClr>
              <a:buSzPts val="3500"/>
              <a:buFont typeface="Corbel"/>
              <a:buChar char="●"/>
            </a:pPr>
            <a:r>
              <a:rPr lang="en" sz="3500">
                <a:solidFill>
                  <a:schemeClr val="accent6"/>
                </a:solidFill>
                <a:latin typeface="Corbel"/>
                <a:ea typeface="Corbel"/>
                <a:cs typeface="Corbel"/>
                <a:sym typeface="Corbel"/>
              </a:rPr>
              <a:t>招待：</a:t>
            </a:r>
            <a:r>
              <a:rPr lang="en" sz="3500">
                <a:solidFill>
                  <a:schemeClr val="dk1"/>
                </a:solidFill>
                <a:latin typeface="Corbel"/>
                <a:ea typeface="Corbel"/>
                <a:cs typeface="Corbel"/>
                <a:sym typeface="Corbel"/>
              </a:rPr>
              <a:t>  </a:t>
            </a:r>
            <a:r>
              <a:rPr lang="en" sz="3500">
                <a:solidFill>
                  <a:schemeClr val="dk1"/>
                </a:solidFill>
                <a:latin typeface="Corbel"/>
                <a:ea typeface="Corbel"/>
                <a:cs typeface="Corbel"/>
                <a:sym typeface="Corbel"/>
              </a:rPr>
              <a:t>惠美 </a:t>
            </a:r>
            <a:r>
              <a:rPr lang="en" sz="3500">
                <a:solidFill>
                  <a:schemeClr val="dk1"/>
                </a:solidFill>
                <a:latin typeface="Corbel"/>
                <a:ea typeface="Corbel"/>
                <a:cs typeface="Corbel"/>
                <a:sym typeface="Corbel"/>
              </a:rPr>
              <a:t>姐妹 </a:t>
            </a:r>
            <a:endParaRPr sz="3500">
              <a:solidFill>
                <a:schemeClr val="dk1"/>
              </a:solidFill>
              <a:latin typeface="Corbel"/>
              <a:ea typeface="Corbel"/>
              <a:cs typeface="Corbel"/>
              <a:sym typeface="Corbel"/>
            </a:endParaRPr>
          </a:p>
          <a:p>
            <a:pPr indent="-450850" lvl="0" marL="457200" rtl="0" algn="l">
              <a:spcBef>
                <a:spcPts val="0"/>
              </a:spcBef>
              <a:spcAft>
                <a:spcPts val="0"/>
              </a:spcAft>
              <a:buClr>
                <a:schemeClr val="dk1"/>
              </a:buClr>
              <a:buSzPts val="3500"/>
              <a:buFont typeface="Corbel"/>
              <a:buChar char="●"/>
            </a:pPr>
            <a:r>
              <a:rPr lang="en" sz="3500">
                <a:solidFill>
                  <a:schemeClr val="accent6"/>
                </a:solidFill>
                <a:latin typeface="Corbel"/>
                <a:ea typeface="Corbel"/>
                <a:cs typeface="Corbel"/>
                <a:sym typeface="Corbel"/>
              </a:rPr>
              <a:t>清潔：  </a:t>
            </a:r>
            <a:r>
              <a:rPr lang="en" sz="3500">
                <a:solidFill>
                  <a:schemeClr val="dk1"/>
                </a:solidFill>
                <a:latin typeface="Corbel"/>
                <a:ea typeface="Corbel"/>
                <a:cs typeface="Corbel"/>
                <a:sym typeface="Corbel"/>
              </a:rPr>
              <a:t>惠美, 悅心 , Helen</a:t>
            </a:r>
            <a:endParaRPr b="1" sz="6800">
              <a:solidFill>
                <a:schemeClr val="dk1"/>
              </a:solidFill>
              <a:latin typeface="Corbel"/>
              <a:ea typeface="Corbel"/>
              <a:cs typeface="Corbel"/>
              <a:sym typeface="Corbel"/>
            </a:endParaRPr>
          </a:p>
          <a:p>
            <a:pPr indent="-361950" lvl="0" marL="457200" rtl="0" algn="l">
              <a:spcBef>
                <a:spcPts val="0"/>
              </a:spcBef>
              <a:spcAft>
                <a:spcPts val="0"/>
              </a:spcAft>
              <a:buSzPts val="2100"/>
              <a:buChar char="●"/>
            </a:pPr>
            <a:r>
              <a:t/>
            </a:r>
            <a:endParaRPr/>
          </a:p>
          <a:p>
            <a:pPr indent="0" lvl="0" marL="457200" rtl="0" algn="l">
              <a:spcBef>
                <a:spcPts val="1600"/>
              </a:spcBef>
              <a:spcAft>
                <a:spcPts val="1600"/>
              </a:spcAft>
              <a:buNone/>
            </a:pPr>
            <a:r>
              <a:t/>
            </a:r>
            <a:endParaRPr b="1" sz="1200">
              <a:solidFill>
                <a:srgbClr val="000000"/>
              </a:solidFill>
              <a:latin typeface="Corbel"/>
              <a:ea typeface="Corbel"/>
              <a:cs typeface="Corbel"/>
              <a:sym typeface="Corbel"/>
            </a:endParaRPr>
          </a:p>
        </p:txBody>
      </p:sp>
      <p:sp>
        <p:nvSpPr>
          <p:cNvPr id="467" name="Google Shape;467;p77"/>
          <p:cNvSpPr txBox="1"/>
          <p:nvPr>
            <p:ph idx="2" type="body"/>
          </p:nvPr>
        </p:nvSpPr>
        <p:spPr>
          <a:xfrm>
            <a:off x="0" y="0"/>
            <a:ext cx="9144000" cy="863700"/>
          </a:xfrm>
          <a:prstGeom prst="rect">
            <a:avLst/>
          </a:prstGeom>
          <a:solidFill>
            <a:schemeClr val="lt2"/>
          </a:solidFill>
        </p:spPr>
        <p:txBody>
          <a:bodyPr anchorCtr="0" anchor="ctr" bIns="91425" lIns="91425" spcFirstLastPara="1" rIns="91425" wrap="square" tIns="91425">
            <a:noAutofit/>
          </a:bodyPr>
          <a:lstStyle/>
          <a:p>
            <a:pPr indent="0" lvl="0" marL="0" rtl="0" algn="l">
              <a:lnSpc>
                <a:spcPct val="90000"/>
              </a:lnSpc>
              <a:spcBef>
                <a:spcPts val="1560"/>
              </a:spcBef>
              <a:spcAft>
                <a:spcPts val="0"/>
              </a:spcAft>
              <a:buNone/>
            </a:pPr>
            <a:r>
              <a:rPr b="1" lang="en" sz="4400">
                <a:solidFill>
                  <a:schemeClr val="dk2"/>
                </a:solidFill>
                <a:latin typeface="Corbel"/>
                <a:ea typeface="Corbel"/>
                <a:cs typeface="Corbel"/>
                <a:sym typeface="Corbel"/>
              </a:rPr>
              <a:t>今日(6/14)清潔輪值</a:t>
            </a:r>
            <a:endParaRPr sz="2400">
              <a:solidFill>
                <a:schemeClr val="dk2"/>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4">
            <a:alphaModFix/>
          </a:blip>
          <a:stretch>
            <a:fillRect/>
          </a:stretch>
        </a:blipFill>
      </p:bgPr>
    </p:bg>
    <p:spTree>
      <p:nvGrpSpPr>
        <p:cNvPr id="471" name="Shape 471"/>
        <p:cNvGrpSpPr/>
        <p:nvPr/>
      </p:nvGrpSpPr>
      <p:grpSpPr>
        <a:xfrm>
          <a:off x="0" y="0"/>
          <a:ext cx="0" cy="0"/>
          <a:chOff x="0" y="0"/>
          <a:chExt cx="0" cy="0"/>
        </a:xfrm>
      </p:grpSpPr>
      <p:sp>
        <p:nvSpPr>
          <p:cNvPr id="472" name="Google Shape;472;p78"/>
          <p:cNvSpPr txBox="1"/>
          <p:nvPr/>
        </p:nvSpPr>
        <p:spPr>
          <a:xfrm>
            <a:off x="473300" y="2937308"/>
            <a:ext cx="8428500" cy="223200"/>
          </a:xfrm>
          <a:prstGeom prst="rect">
            <a:avLst/>
          </a:prstGeom>
          <a:noFill/>
          <a:ln>
            <a:noFill/>
          </a:ln>
        </p:spPr>
        <p:txBody>
          <a:bodyPr anchorCtr="0" anchor="t" bIns="91425" lIns="91425" spcFirstLastPara="1" rIns="91425" wrap="square" tIns="91425">
            <a:spAutoFit/>
          </a:bodyPr>
          <a:lstStyle/>
          <a:p>
            <a:pPr indent="0" lvl="0" marL="0" rtl="0" algn="ctr">
              <a:lnSpc>
                <a:spcPct val="50000"/>
              </a:lnSpc>
              <a:spcBef>
                <a:spcPts val="0"/>
              </a:spcBef>
              <a:spcAft>
                <a:spcPts val="1600"/>
              </a:spcAft>
              <a:buNone/>
            </a:pPr>
            <a:r>
              <a:t/>
            </a:r>
            <a:endParaRPr b="1" sz="500">
              <a:latin typeface="Corbel"/>
              <a:ea typeface="Corbel"/>
              <a:cs typeface="Corbel"/>
              <a:sym typeface="Corbel"/>
            </a:endParaRPr>
          </a:p>
        </p:txBody>
      </p:sp>
      <p:sp>
        <p:nvSpPr>
          <p:cNvPr id="473" name="Google Shape;473;p78"/>
          <p:cNvSpPr txBox="1"/>
          <p:nvPr/>
        </p:nvSpPr>
        <p:spPr>
          <a:xfrm>
            <a:off x="76700" y="2792295"/>
            <a:ext cx="25032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500">
              <a:latin typeface="Lato"/>
              <a:ea typeface="Lato"/>
              <a:cs typeface="Lato"/>
              <a:sym typeface="Lato"/>
            </a:endParaRPr>
          </a:p>
        </p:txBody>
      </p:sp>
      <p:sp>
        <p:nvSpPr>
          <p:cNvPr id="474" name="Google Shape;474;p78"/>
          <p:cNvSpPr txBox="1"/>
          <p:nvPr/>
        </p:nvSpPr>
        <p:spPr>
          <a:xfrm>
            <a:off x="0" y="0"/>
            <a:ext cx="9144000" cy="1003200"/>
          </a:xfrm>
          <a:prstGeom prst="rect">
            <a:avLst/>
          </a:prstGeom>
          <a:solidFill>
            <a:srgbClr val="0B53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500">
                <a:solidFill>
                  <a:schemeClr val="accent6"/>
                </a:solidFill>
                <a:latin typeface="Corbel"/>
                <a:ea typeface="Corbel"/>
                <a:cs typeface="Corbel"/>
                <a:sym typeface="Corbel"/>
              </a:rPr>
              <a:t>神</a:t>
            </a:r>
            <a:r>
              <a:rPr b="1" lang="en" sz="3300">
                <a:solidFill>
                  <a:schemeClr val="accent6"/>
                </a:solidFill>
                <a:latin typeface="Corbel"/>
                <a:ea typeface="Corbel"/>
                <a:cs typeface="Corbel"/>
                <a:sym typeface="Corbel"/>
              </a:rPr>
              <a:t>羔羊基督</a:t>
            </a:r>
            <a:r>
              <a:rPr b="1" lang="en" sz="2700">
                <a:solidFill>
                  <a:schemeClr val="accent6"/>
                </a:solidFill>
                <a:latin typeface="Corbel"/>
                <a:ea typeface="Corbel"/>
                <a:cs typeface="Corbel"/>
                <a:sym typeface="Corbel"/>
              </a:rPr>
              <a:t>的教會</a:t>
            </a:r>
            <a:r>
              <a:rPr b="1" lang="en" sz="2800">
                <a:solidFill>
                  <a:schemeClr val="accent6"/>
                </a:solidFill>
                <a:latin typeface="Corbel"/>
                <a:ea typeface="Corbel"/>
                <a:cs typeface="Corbel"/>
                <a:sym typeface="Corbel"/>
              </a:rPr>
              <a:t>        </a:t>
            </a:r>
            <a:r>
              <a:rPr b="1" lang="en" sz="2800">
                <a:solidFill>
                  <a:schemeClr val="accent6"/>
                </a:solidFill>
                <a:latin typeface="Corbel"/>
                <a:ea typeface="Corbel"/>
                <a:cs typeface="Corbel"/>
                <a:sym typeface="Corbel"/>
              </a:rPr>
              <a:t> </a:t>
            </a:r>
            <a:r>
              <a:rPr b="1" lang="en" sz="3800">
                <a:solidFill>
                  <a:schemeClr val="accent6"/>
                </a:solidFill>
                <a:latin typeface="Corbel"/>
                <a:ea typeface="Corbel"/>
                <a:cs typeface="Corbel"/>
                <a:sym typeface="Corbel"/>
              </a:rPr>
              <a:t>本</a:t>
            </a:r>
            <a:r>
              <a:rPr b="1" lang="en" sz="3800">
                <a:solidFill>
                  <a:schemeClr val="accent6"/>
                </a:solidFill>
                <a:latin typeface="Corbel"/>
                <a:ea typeface="Corbel"/>
                <a:cs typeface="Corbel"/>
                <a:sym typeface="Corbel"/>
              </a:rPr>
              <a:t>週</a:t>
            </a:r>
            <a:r>
              <a:rPr b="1" lang="en" sz="3800">
                <a:solidFill>
                  <a:schemeClr val="accent6"/>
                </a:solidFill>
                <a:latin typeface="Corbel"/>
                <a:ea typeface="Corbel"/>
                <a:cs typeface="Corbel"/>
                <a:sym typeface="Corbel"/>
              </a:rPr>
              <a:t>金句</a:t>
            </a:r>
            <a:r>
              <a:rPr b="1" lang="en" sz="2600">
                <a:solidFill>
                  <a:schemeClr val="accent6"/>
                </a:solidFill>
                <a:latin typeface="Corbel"/>
                <a:ea typeface="Corbel"/>
                <a:cs typeface="Corbel"/>
                <a:sym typeface="Corbel"/>
              </a:rPr>
              <a:t>Verse of the Wee</a:t>
            </a:r>
            <a:r>
              <a:rPr b="1" lang="en" sz="2600">
                <a:solidFill>
                  <a:schemeClr val="accent6"/>
                </a:solidFill>
                <a:latin typeface="Corbel"/>
                <a:ea typeface="Corbel"/>
                <a:cs typeface="Corbel"/>
                <a:sym typeface="Corbel"/>
              </a:rPr>
              <a:t>k</a:t>
            </a:r>
            <a:r>
              <a:rPr lang="en" sz="1600">
                <a:solidFill>
                  <a:schemeClr val="accent6"/>
                </a:solidFill>
                <a:latin typeface="Corbel"/>
                <a:ea typeface="Corbel"/>
                <a:cs typeface="Corbel"/>
                <a:sym typeface="Corbel"/>
              </a:rPr>
              <a:t> </a:t>
            </a:r>
            <a:r>
              <a:rPr lang="en" sz="900">
                <a:solidFill>
                  <a:schemeClr val="accent6"/>
                </a:solidFill>
                <a:latin typeface="Corbel"/>
                <a:ea typeface="Corbel"/>
                <a:cs typeface="Corbel"/>
                <a:sym typeface="Corbel"/>
              </a:rPr>
              <a:t>  </a:t>
            </a:r>
            <a:r>
              <a:rPr lang="en" sz="900">
                <a:solidFill>
                  <a:schemeClr val="accent6"/>
                </a:solidFill>
                <a:latin typeface="Corbel"/>
                <a:ea typeface="Corbel"/>
                <a:cs typeface="Corbel"/>
                <a:sym typeface="Corbel"/>
              </a:rPr>
              <a:t> </a:t>
            </a:r>
            <a:r>
              <a:rPr lang="en" sz="900">
                <a:solidFill>
                  <a:schemeClr val="accent6"/>
                </a:solidFill>
                <a:latin typeface="Corbel"/>
                <a:ea typeface="Corbel"/>
                <a:cs typeface="Corbel"/>
                <a:sym typeface="Corbel"/>
              </a:rPr>
              <a:t>  </a:t>
            </a:r>
            <a:r>
              <a:rPr lang="en" sz="900">
                <a:solidFill>
                  <a:schemeClr val="accent6"/>
                </a:solidFill>
                <a:latin typeface="Corbel"/>
                <a:ea typeface="Corbel"/>
                <a:cs typeface="Corbel"/>
                <a:sym typeface="Corbel"/>
              </a:rPr>
              <a:t>     </a:t>
            </a:r>
            <a:r>
              <a:rPr lang="en" sz="1100">
                <a:solidFill>
                  <a:schemeClr val="accent6"/>
                </a:solidFill>
                <a:latin typeface="Corbel"/>
                <a:ea typeface="Corbel"/>
                <a:cs typeface="Corbel"/>
                <a:sym typeface="Corbel"/>
              </a:rPr>
              <a:t>                       </a:t>
            </a:r>
            <a:endParaRPr sz="4500">
              <a:solidFill>
                <a:schemeClr val="accent6"/>
              </a:solidFill>
              <a:latin typeface="Corbel"/>
              <a:ea typeface="Corbel"/>
              <a:cs typeface="Corbel"/>
              <a:sym typeface="Corbel"/>
            </a:endParaRPr>
          </a:p>
        </p:txBody>
      </p:sp>
      <p:sp>
        <p:nvSpPr>
          <p:cNvPr id="475" name="Google Shape;475;p78"/>
          <p:cNvSpPr txBox="1"/>
          <p:nvPr/>
        </p:nvSpPr>
        <p:spPr>
          <a:xfrm>
            <a:off x="40050" y="891350"/>
            <a:ext cx="9063900" cy="4217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4000">
                <a:solidFill>
                  <a:srgbClr val="3333FF"/>
                </a:solidFill>
                <a:highlight>
                  <a:srgbClr val="FDFEFF"/>
                </a:highlight>
              </a:rPr>
              <a:t>(以弗所書 2:8</a:t>
            </a:r>
            <a:r>
              <a:rPr b="1" lang="en" sz="3300"/>
              <a:t>)  </a:t>
            </a:r>
            <a:r>
              <a:rPr b="1" lang="en" sz="4000">
                <a:solidFill>
                  <a:srgbClr val="3333FF"/>
                </a:solidFill>
                <a:highlight>
                  <a:srgbClr val="FDFEFF"/>
                </a:highlight>
              </a:rPr>
              <a:t>你 们 得 救 是 本 乎 恩 ，也 因 着 信 ； 这 并 不 是 出 於 自 己 ， 乃 是 神 所 赐 的 ；</a:t>
            </a:r>
            <a:r>
              <a:rPr lang="en" sz="3300"/>
              <a:t> </a:t>
            </a:r>
            <a:endParaRPr sz="5300">
              <a:solidFill>
                <a:srgbClr val="FF0000"/>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accent5"/>
        </a:solidFill>
      </p:bgPr>
    </p:bg>
    <p:spTree>
      <p:nvGrpSpPr>
        <p:cNvPr id="479" name="Shape 479"/>
        <p:cNvGrpSpPr/>
        <p:nvPr/>
      </p:nvGrpSpPr>
      <p:grpSpPr>
        <a:xfrm>
          <a:off x="0" y="0"/>
          <a:ext cx="0" cy="0"/>
          <a:chOff x="0" y="0"/>
          <a:chExt cx="0" cy="0"/>
        </a:xfrm>
      </p:grpSpPr>
      <p:sp>
        <p:nvSpPr>
          <p:cNvPr id="480" name="Google Shape;480;p79"/>
          <p:cNvSpPr txBox="1"/>
          <p:nvPr>
            <p:ph idx="4294967295" type="title"/>
          </p:nvPr>
        </p:nvSpPr>
        <p:spPr>
          <a:xfrm>
            <a:off x="0" y="77100"/>
            <a:ext cx="9144000" cy="3826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sz="5500">
                <a:solidFill>
                  <a:srgbClr val="000000"/>
                </a:solidFill>
              </a:rPr>
              <a:t>各部門同工報告與討論</a:t>
            </a:r>
            <a:endParaRPr b="1" sz="5500">
              <a:solidFill>
                <a:srgbClr val="000000"/>
              </a:solidFill>
            </a:endParaRPr>
          </a:p>
          <a:p>
            <a:pPr indent="0" lvl="0" marL="0" rtl="0" algn="ctr">
              <a:spcBef>
                <a:spcPts val="0"/>
              </a:spcBef>
              <a:spcAft>
                <a:spcPts val="0"/>
              </a:spcAft>
              <a:buNone/>
            </a:pPr>
            <a:r>
              <a:t/>
            </a:r>
            <a:endParaRPr b="1" sz="5500">
              <a:solidFill>
                <a:srgbClr val="000000"/>
              </a:solidFill>
            </a:endParaRPr>
          </a:p>
          <a:p>
            <a:pPr indent="0" lvl="0" marL="457200" rtl="0" algn="l">
              <a:spcBef>
                <a:spcPts val="0"/>
              </a:spcBef>
              <a:spcAft>
                <a:spcPts val="0"/>
              </a:spcAft>
              <a:buNone/>
            </a:pPr>
            <a:r>
              <a:t/>
            </a:r>
            <a:endParaRPr sz="5500">
              <a:solidFill>
                <a:srgbClr val="FFFFFF"/>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84" name="Shape 484"/>
        <p:cNvGrpSpPr/>
        <p:nvPr/>
      </p:nvGrpSpPr>
      <p:grpSpPr>
        <a:xfrm>
          <a:off x="0" y="0"/>
          <a:ext cx="0" cy="0"/>
          <a:chOff x="0" y="0"/>
          <a:chExt cx="0" cy="0"/>
        </a:xfrm>
      </p:grpSpPr>
      <p:sp>
        <p:nvSpPr>
          <p:cNvPr id="485" name="Google Shape;485;p80"/>
          <p:cNvSpPr/>
          <p:nvPr/>
        </p:nvSpPr>
        <p:spPr>
          <a:xfrm>
            <a:off x="0" y="0"/>
            <a:ext cx="9144000" cy="52167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Font typeface="Arial"/>
              <a:buNone/>
            </a:pPr>
            <a:r>
              <a:rPr b="1" lang="en" sz="3600" u="sng">
                <a:latin typeface="Corbel"/>
                <a:ea typeface="Corbel"/>
                <a:cs typeface="Corbel"/>
                <a:sym typeface="Corbel"/>
              </a:rPr>
              <a:t>三一頌 </a:t>
            </a:r>
            <a:r>
              <a:rPr b="1" lang="en" sz="3000" u="sng">
                <a:latin typeface="Corbel"/>
                <a:ea typeface="Corbel"/>
                <a:cs typeface="Corbel"/>
                <a:sym typeface="Corbel"/>
              </a:rPr>
              <a:t>DOXOLOGY</a:t>
            </a:r>
            <a:endParaRPr b="1" sz="3000">
              <a:latin typeface="Corbel"/>
              <a:ea typeface="Corbel"/>
              <a:cs typeface="Corbel"/>
              <a:sym typeface="Corbel"/>
            </a:endParaRPr>
          </a:p>
          <a:p>
            <a:pPr indent="0" lvl="0" marL="0" marR="0" rtl="0" algn="ctr">
              <a:lnSpc>
                <a:spcPct val="90000"/>
              </a:lnSpc>
              <a:spcBef>
                <a:spcPts val="0"/>
              </a:spcBef>
              <a:spcAft>
                <a:spcPts val="0"/>
              </a:spcAft>
              <a:buNone/>
            </a:pPr>
            <a:r>
              <a:rPr b="1" lang="en" sz="4000">
                <a:latin typeface="DFKai-SB"/>
                <a:ea typeface="DFKai-SB"/>
                <a:cs typeface="DFKai-SB"/>
                <a:sym typeface="DFKai-SB"/>
              </a:rPr>
              <a:t>讚美真神 萬福之根</a:t>
            </a:r>
            <a:endParaRPr b="1" sz="4000">
              <a:latin typeface="DFKai-SB"/>
              <a:ea typeface="DFKai-SB"/>
              <a:cs typeface="DFKai-SB"/>
              <a:sym typeface="DFKai-SB"/>
            </a:endParaRPr>
          </a:p>
          <a:p>
            <a:pPr indent="0" lvl="0" marL="0" rtl="0" algn="ctr">
              <a:lnSpc>
                <a:spcPct val="90000"/>
              </a:lnSpc>
              <a:spcBef>
                <a:spcPts val="0"/>
              </a:spcBef>
              <a:spcAft>
                <a:spcPts val="0"/>
              </a:spcAft>
              <a:buSzPts val="1100"/>
              <a:buNone/>
            </a:pPr>
            <a:r>
              <a:rPr b="1" lang="en" sz="4000">
                <a:latin typeface="DFKai-SB"/>
                <a:ea typeface="DFKai-SB"/>
                <a:cs typeface="DFKai-SB"/>
                <a:sym typeface="DFKai-SB"/>
              </a:rPr>
              <a:t>世上萬民 讚美主恩</a:t>
            </a:r>
            <a:endParaRPr b="1" sz="4000">
              <a:latin typeface="DFKai-SB"/>
              <a:ea typeface="DFKai-SB"/>
              <a:cs typeface="DFKai-SB"/>
              <a:sym typeface="DFKai-SB"/>
            </a:endParaRPr>
          </a:p>
          <a:p>
            <a:pPr indent="0" lvl="0" marL="0" rtl="0" algn="ctr">
              <a:lnSpc>
                <a:spcPct val="90000"/>
              </a:lnSpc>
              <a:spcBef>
                <a:spcPts val="0"/>
              </a:spcBef>
              <a:spcAft>
                <a:spcPts val="0"/>
              </a:spcAft>
              <a:buSzPts val="1100"/>
              <a:buNone/>
            </a:pPr>
            <a:r>
              <a:rPr b="1" lang="en" sz="4000">
                <a:latin typeface="DFKai-SB"/>
                <a:ea typeface="DFKai-SB"/>
                <a:cs typeface="DFKai-SB"/>
                <a:sym typeface="DFKai-SB"/>
              </a:rPr>
              <a:t>天使天軍 讚美主名</a:t>
            </a:r>
            <a:endParaRPr b="1" sz="4000">
              <a:latin typeface="DFKai-SB"/>
              <a:ea typeface="DFKai-SB"/>
              <a:cs typeface="DFKai-SB"/>
              <a:sym typeface="DFKai-SB"/>
            </a:endParaRPr>
          </a:p>
          <a:p>
            <a:pPr indent="0" lvl="0" marL="0" rtl="0" algn="ctr">
              <a:lnSpc>
                <a:spcPct val="90000"/>
              </a:lnSpc>
              <a:spcBef>
                <a:spcPts val="0"/>
              </a:spcBef>
              <a:spcAft>
                <a:spcPts val="0"/>
              </a:spcAft>
              <a:buSzPts val="1100"/>
              <a:buNone/>
            </a:pPr>
            <a:r>
              <a:rPr b="1" lang="en" sz="4000">
                <a:latin typeface="DFKai-SB"/>
                <a:ea typeface="DFKai-SB"/>
                <a:cs typeface="DFKai-SB"/>
                <a:sym typeface="DFKai-SB"/>
              </a:rPr>
              <a:t>讚美聖父聖子聖靈</a:t>
            </a:r>
            <a:endParaRPr b="1" sz="4000">
              <a:latin typeface="DFKai-SB"/>
              <a:ea typeface="DFKai-SB"/>
              <a:cs typeface="DFKai-SB"/>
              <a:sym typeface="DFKai-SB"/>
            </a:endParaRPr>
          </a:p>
          <a:p>
            <a:pPr indent="0" lvl="0" marL="0" rtl="0" algn="ctr">
              <a:lnSpc>
                <a:spcPct val="115000"/>
              </a:lnSpc>
              <a:spcBef>
                <a:spcPts val="0"/>
              </a:spcBef>
              <a:spcAft>
                <a:spcPts val="0"/>
              </a:spcAft>
              <a:buSzPts val="1100"/>
              <a:buNone/>
            </a:pPr>
            <a:r>
              <a:rPr b="1" lang="en" sz="2600">
                <a:latin typeface="Corbel"/>
                <a:ea typeface="Corbel"/>
                <a:cs typeface="Corbel"/>
                <a:sym typeface="Corbel"/>
              </a:rPr>
              <a:t>Praise God from whom all blessings flow</a:t>
            </a:r>
            <a:endParaRPr b="1" sz="2600">
              <a:latin typeface="Corbel"/>
              <a:ea typeface="Corbel"/>
              <a:cs typeface="Corbel"/>
              <a:sym typeface="Corbel"/>
            </a:endParaRPr>
          </a:p>
          <a:p>
            <a:pPr indent="0" lvl="0" marL="0" rtl="0" algn="ctr">
              <a:lnSpc>
                <a:spcPct val="115000"/>
              </a:lnSpc>
              <a:spcBef>
                <a:spcPts val="0"/>
              </a:spcBef>
              <a:spcAft>
                <a:spcPts val="0"/>
              </a:spcAft>
              <a:buSzPts val="1100"/>
              <a:buNone/>
            </a:pPr>
            <a:r>
              <a:rPr b="1" lang="en" sz="2600">
                <a:latin typeface="Corbel"/>
                <a:ea typeface="Corbel"/>
                <a:cs typeface="Corbel"/>
                <a:sym typeface="Corbel"/>
              </a:rPr>
              <a:t>Praise Him all creatures here below</a:t>
            </a:r>
            <a:endParaRPr b="1" sz="2600">
              <a:latin typeface="Corbel"/>
              <a:ea typeface="Corbel"/>
              <a:cs typeface="Corbel"/>
              <a:sym typeface="Corbel"/>
            </a:endParaRPr>
          </a:p>
          <a:p>
            <a:pPr indent="0" lvl="0" marL="0" rtl="0" algn="ctr">
              <a:lnSpc>
                <a:spcPct val="115000"/>
              </a:lnSpc>
              <a:spcBef>
                <a:spcPts val="0"/>
              </a:spcBef>
              <a:spcAft>
                <a:spcPts val="0"/>
              </a:spcAft>
              <a:buSzPts val="1100"/>
              <a:buNone/>
            </a:pPr>
            <a:r>
              <a:rPr b="1" lang="en" sz="2600">
                <a:latin typeface="Corbel"/>
                <a:ea typeface="Corbel"/>
                <a:cs typeface="Corbel"/>
                <a:sym typeface="Corbel"/>
              </a:rPr>
              <a:t>Praise Him above ye heavenly hosts</a:t>
            </a:r>
            <a:endParaRPr b="1" sz="2600">
              <a:latin typeface="Corbel"/>
              <a:ea typeface="Corbel"/>
              <a:cs typeface="Corbel"/>
              <a:sym typeface="Corbel"/>
            </a:endParaRPr>
          </a:p>
          <a:p>
            <a:pPr indent="0" lvl="0" marL="0" rtl="0" algn="ctr">
              <a:lnSpc>
                <a:spcPct val="115000"/>
              </a:lnSpc>
              <a:spcBef>
                <a:spcPts val="0"/>
              </a:spcBef>
              <a:spcAft>
                <a:spcPts val="0"/>
              </a:spcAft>
              <a:buSzPts val="1100"/>
              <a:buNone/>
            </a:pPr>
            <a:r>
              <a:rPr b="1" lang="en" sz="2600">
                <a:latin typeface="Corbel"/>
                <a:ea typeface="Corbel"/>
                <a:cs typeface="Corbel"/>
                <a:sym typeface="Corbel"/>
              </a:rPr>
              <a:t>Praise Father, Son and Holy Ghost</a:t>
            </a:r>
            <a:endParaRPr b="1" sz="2600">
              <a:latin typeface="Corbel"/>
              <a:ea typeface="Corbel"/>
              <a:cs typeface="Corbel"/>
              <a:sym typeface="Corbel"/>
            </a:endParaRPr>
          </a:p>
          <a:p>
            <a:pPr indent="0" lvl="0" marL="0" rtl="0" algn="ctr">
              <a:lnSpc>
                <a:spcPct val="115000"/>
              </a:lnSpc>
              <a:spcBef>
                <a:spcPts val="0"/>
              </a:spcBef>
              <a:spcAft>
                <a:spcPts val="0"/>
              </a:spcAft>
              <a:buSzPts val="1100"/>
              <a:buNone/>
            </a:pPr>
            <a:r>
              <a:rPr b="1" lang="en" sz="3500">
                <a:latin typeface="DFKai-SB"/>
                <a:ea typeface="DFKai-SB"/>
                <a:cs typeface="DFKai-SB"/>
                <a:sym typeface="DFKai-SB"/>
              </a:rPr>
              <a:t>阿門</a:t>
            </a:r>
            <a:r>
              <a:rPr b="1" lang="en" sz="3000">
                <a:latin typeface="Corbel"/>
                <a:ea typeface="Corbel"/>
                <a:cs typeface="Corbel"/>
                <a:sym typeface="Corbel"/>
              </a:rPr>
              <a:t>  Amen</a:t>
            </a:r>
            <a:endParaRPr b="1" sz="3000">
              <a:latin typeface="Corbel"/>
              <a:ea typeface="Corbel"/>
              <a:cs typeface="Corbel"/>
              <a:sym typeface="Corbel"/>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486" name="Google Shape;486;p80" title="三一颂">
            <a:hlinkClick r:id="rId4"/>
          </p:cNvPr>
          <p:cNvPicPr preferRelativeResize="0"/>
          <p:nvPr/>
        </p:nvPicPr>
        <p:blipFill>
          <a:blip r:embed="rId5">
            <a:alphaModFix/>
          </a:blip>
          <a:stretch>
            <a:fillRect/>
          </a:stretch>
        </p:blipFill>
        <p:spPr>
          <a:xfrm>
            <a:off x="108350" y="64600"/>
            <a:ext cx="943199" cy="70740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90" name="Shape 490"/>
        <p:cNvGrpSpPr/>
        <p:nvPr/>
      </p:nvGrpSpPr>
      <p:grpSpPr>
        <a:xfrm>
          <a:off x="0" y="0"/>
          <a:ext cx="0" cy="0"/>
          <a:chOff x="0" y="0"/>
          <a:chExt cx="0" cy="0"/>
        </a:xfrm>
      </p:grpSpPr>
      <p:sp>
        <p:nvSpPr>
          <p:cNvPr id="491" name="Google Shape;491;p81"/>
          <p:cNvSpPr txBox="1"/>
          <p:nvPr>
            <p:ph idx="4294967295" type="ctrTitle"/>
          </p:nvPr>
        </p:nvSpPr>
        <p:spPr>
          <a:xfrm>
            <a:off x="0" y="877201"/>
            <a:ext cx="9144000" cy="3441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sz="2000">
              <a:solidFill>
                <a:srgbClr val="4C1130"/>
              </a:solidFill>
            </a:endParaRPr>
          </a:p>
          <a:p>
            <a:pPr indent="0" lvl="0" marL="0" rtl="0" algn="ctr">
              <a:spcBef>
                <a:spcPts val="0"/>
              </a:spcBef>
              <a:spcAft>
                <a:spcPts val="0"/>
              </a:spcAft>
              <a:buNone/>
            </a:pPr>
            <a:r>
              <a:rPr lang="en" sz="6000">
                <a:solidFill>
                  <a:srgbClr val="4C1130"/>
                </a:solidFill>
              </a:rPr>
              <a:t>祝福禱告</a:t>
            </a:r>
            <a:endParaRPr sz="6000">
              <a:solidFill>
                <a:srgbClr val="4C1130"/>
              </a:solidFill>
            </a:endParaRPr>
          </a:p>
          <a:p>
            <a:pPr indent="0" lvl="0" marL="0" rtl="0" algn="ctr">
              <a:spcBef>
                <a:spcPts val="0"/>
              </a:spcBef>
              <a:spcAft>
                <a:spcPts val="0"/>
              </a:spcAft>
              <a:buNone/>
            </a:pPr>
            <a:r>
              <a:rPr lang="en" sz="4500">
                <a:solidFill>
                  <a:srgbClr val="4C1130"/>
                </a:solidFill>
                <a:latin typeface="Pinyon Script"/>
                <a:ea typeface="Pinyon Script"/>
                <a:cs typeface="Pinyon Script"/>
                <a:sym typeface="Pinyon Script"/>
              </a:rPr>
              <a:t>Blessing and Benediction</a:t>
            </a:r>
            <a:endParaRPr sz="4500">
              <a:solidFill>
                <a:srgbClr val="4C1130"/>
              </a:solidFill>
              <a:latin typeface="Pinyon Script"/>
              <a:ea typeface="Pinyon Script"/>
              <a:cs typeface="Pinyon Script"/>
              <a:sym typeface="Pinyon Script"/>
            </a:endParaRPr>
          </a:p>
        </p:txBody>
      </p:sp>
      <p:sp>
        <p:nvSpPr>
          <p:cNvPr id="492" name="Google Shape;492;p81"/>
          <p:cNvSpPr txBox="1"/>
          <p:nvPr/>
        </p:nvSpPr>
        <p:spPr>
          <a:xfrm>
            <a:off x="0" y="0"/>
            <a:ext cx="9144000" cy="877200"/>
          </a:xfrm>
          <a:prstGeom prst="rect">
            <a:avLst/>
          </a:prstGeom>
          <a:solidFill>
            <a:srgbClr val="0B539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4200">
                <a:solidFill>
                  <a:schemeClr val="accent6"/>
                </a:solidFill>
                <a:latin typeface="DFKai-SB"/>
                <a:ea typeface="DFKai-SB"/>
                <a:cs typeface="DFKai-SB"/>
                <a:sym typeface="DFKai-SB"/>
              </a:rPr>
              <a:t>神羔羊基督</a:t>
            </a:r>
            <a:r>
              <a:rPr b="1" lang="en" sz="3600">
                <a:solidFill>
                  <a:schemeClr val="accent6"/>
                </a:solidFill>
                <a:latin typeface="DFKai-SB"/>
                <a:ea typeface="DFKai-SB"/>
                <a:cs typeface="DFKai-SB"/>
                <a:sym typeface="DFKai-SB"/>
              </a:rPr>
              <a:t>的教會</a:t>
            </a:r>
            <a:r>
              <a:rPr b="1" lang="en" sz="3700">
                <a:solidFill>
                  <a:schemeClr val="accent6"/>
                </a:solidFill>
                <a:latin typeface="Corbel"/>
                <a:ea typeface="Corbel"/>
                <a:cs typeface="Corbel"/>
                <a:sym typeface="Corbel"/>
              </a:rPr>
              <a:t>  </a:t>
            </a:r>
            <a:r>
              <a:rPr b="1" lang="en" sz="3000">
                <a:solidFill>
                  <a:schemeClr val="dk1"/>
                </a:solidFill>
                <a:latin typeface="Corbel"/>
                <a:ea typeface="Corbel"/>
                <a:cs typeface="Corbel"/>
                <a:sym typeface="Corbel"/>
              </a:rPr>
              <a:t>Lamb of God Church of PA</a:t>
            </a:r>
            <a:r>
              <a:rPr lang="en" sz="2600">
                <a:solidFill>
                  <a:schemeClr val="accent3"/>
                </a:solidFill>
                <a:latin typeface="Corbel"/>
                <a:ea typeface="Corbel"/>
                <a:cs typeface="Corbel"/>
                <a:sym typeface="Corbel"/>
              </a:rPr>
              <a:t> </a:t>
            </a:r>
            <a:r>
              <a:rPr lang="en" sz="2500">
                <a:solidFill>
                  <a:schemeClr val="accent6"/>
                </a:solidFill>
                <a:latin typeface="Corbel"/>
                <a:ea typeface="Corbel"/>
                <a:cs typeface="Corbel"/>
                <a:sym typeface="Corbel"/>
              </a:rPr>
              <a:t>  </a:t>
            </a:r>
            <a:r>
              <a:rPr lang="en" sz="1800">
                <a:solidFill>
                  <a:schemeClr val="accent6"/>
                </a:solidFill>
                <a:latin typeface="Corbel"/>
                <a:ea typeface="Corbel"/>
                <a:cs typeface="Corbel"/>
                <a:sym typeface="Corbel"/>
              </a:rPr>
              <a:t>                                </a:t>
            </a:r>
            <a:endParaRPr sz="5200">
              <a:solidFill>
                <a:schemeClr val="accent6"/>
              </a:solidFill>
              <a:latin typeface="Corbel"/>
              <a:ea typeface="Corbel"/>
              <a:cs typeface="Corbel"/>
              <a:sym typeface="Corbel"/>
            </a:endParaRPr>
          </a:p>
        </p:txBody>
      </p:sp>
      <p:sp>
        <p:nvSpPr>
          <p:cNvPr id="493" name="Google Shape;493;p81"/>
          <p:cNvSpPr txBox="1"/>
          <p:nvPr/>
        </p:nvSpPr>
        <p:spPr>
          <a:xfrm>
            <a:off x="0" y="0"/>
            <a:ext cx="9144000" cy="877200"/>
          </a:xfrm>
          <a:prstGeom prst="rect">
            <a:avLst/>
          </a:prstGeom>
          <a:solidFill>
            <a:srgbClr val="0B53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500">
                <a:solidFill>
                  <a:schemeClr val="accent6"/>
                </a:solidFill>
                <a:latin typeface="Corbel"/>
                <a:ea typeface="Corbel"/>
                <a:cs typeface="Corbel"/>
                <a:sym typeface="Corbel"/>
              </a:rPr>
              <a:t>神羔羊基督</a:t>
            </a:r>
            <a:r>
              <a:rPr b="1" lang="en" sz="2900">
                <a:solidFill>
                  <a:schemeClr val="accent6"/>
                </a:solidFill>
                <a:latin typeface="Corbel"/>
                <a:ea typeface="Corbel"/>
                <a:cs typeface="Corbel"/>
                <a:sym typeface="Corbel"/>
              </a:rPr>
              <a:t>的教會</a:t>
            </a:r>
            <a:r>
              <a:rPr b="1" lang="en" sz="3000">
                <a:solidFill>
                  <a:schemeClr val="accent6"/>
                </a:solidFill>
                <a:latin typeface="Corbel"/>
                <a:ea typeface="Corbel"/>
                <a:cs typeface="Corbel"/>
                <a:sym typeface="Corbel"/>
              </a:rPr>
              <a:t> </a:t>
            </a:r>
            <a:r>
              <a:rPr b="1" lang="en" sz="2400">
                <a:solidFill>
                  <a:schemeClr val="accent6"/>
                </a:solidFill>
                <a:latin typeface="Corbel"/>
                <a:ea typeface="Corbel"/>
                <a:cs typeface="Corbel"/>
                <a:sym typeface="Corbel"/>
              </a:rPr>
              <a:t>Lamb of God Church of PA</a:t>
            </a:r>
            <a:r>
              <a:rPr lang="en" sz="1900">
                <a:solidFill>
                  <a:schemeClr val="accent6"/>
                </a:solidFill>
                <a:latin typeface="Corbel"/>
                <a:ea typeface="Corbel"/>
                <a:cs typeface="Corbel"/>
                <a:sym typeface="Corbel"/>
              </a:rPr>
              <a:t> </a:t>
            </a:r>
            <a:r>
              <a:rPr lang="en" sz="1800">
                <a:solidFill>
                  <a:schemeClr val="accent6"/>
                </a:solidFill>
                <a:latin typeface="Corbel"/>
                <a:ea typeface="Corbel"/>
                <a:cs typeface="Corbel"/>
                <a:sym typeface="Corbel"/>
              </a:rPr>
              <a:t>                                  </a:t>
            </a:r>
            <a:endParaRPr sz="5200">
              <a:solidFill>
                <a:schemeClr val="accent6"/>
              </a:solidFill>
              <a:latin typeface="Corbel"/>
              <a:ea typeface="Corbel"/>
              <a:cs typeface="Corbel"/>
              <a:sym typeface="Corbel"/>
            </a:endParaRPr>
          </a:p>
        </p:txBody>
      </p:sp>
    </p:spTree>
  </p:cSld>
  <p:clrMapOvr>
    <a:masterClrMapping/>
  </p:clrMapOvr>
</p:sld>
</file>

<file path=ppt/theme/theme1.xml><?xml version="1.0" encoding="utf-8"?>
<a:theme xmlns:a="http://schemas.openxmlformats.org/drawingml/2006/main" xmlns:r="http://schemas.openxmlformats.org/officeDocument/2006/relationships" name="Blue &amp; Gold">
  <a:themeElements>
    <a:clrScheme name="Blue &amp; Gold">
      <a:dk1>
        <a:srgbClr val="FFFFFF"/>
      </a:dk1>
      <a:lt1>
        <a:srgbClr val="01AFD1"/>
      </a:lt1>
      <a:dk2>
        <a:srgbClr val="1E2D31"/>
      </a:dk2>
      <a:lt2>
        <a:srgbClr val="BFC7CA"/>
      </a:lt2>
      <a:accent1>
        <a:srgbClr val="006F85"/>
      </a:accent1>
      <a:accent2>
        <a:srgbClr val="AF4345"/>
      </a:accent2>
      <a:accent3>
        <a:srgbClr val="47D06A"/>
      </a:accent3>
      <a:accent4>
        <a:srgbClr val="F58F8F"/>
      </a:accent4>
      <a:accent5>
        <a:srgbClr val="F6CD4C"/>
      </a:accent5>
      <a:accent6>
        <a:srgbClr val="F8E71C"/>
      </a:accent6>
      <a:hlink>
        <a:srgbClr val="F6CD4C"/>
      </a:hlink>
      <a:folHlink>
        <a:srgbClr val="F6CD4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Blue &amp; Gold">
  <a:themeElements>
    <a:clrScheme name="Blue &amp; Gold">
      <a:dk1>
        <a:srgbClr val="FFFFFF"/>
      </a:dk1>
      <a:lt1>
        <a:srgbClr val="01AFD1"/>
      </a:lt1>
      <a:dk2>
        <a:srgbClr val="1E2D31"/>
      </a:dk2>
      <a:lt2>
        <a:srgbClr val="BFC7CA"/>
      </a:lt2>
      <a:accent1>
        <a:srgbClr val="006F85"/>
      </a:accent1>
      <a:accent2>
        <a:srgbClr val="AF4345"/>
      </a:accent2>
      <a:accent3>
        <a:srgbClr val="47D06A"/>
      </a:accent3>
      <a:accent4>
        <a:srgbClr val="F58F8F"/>
      </a:accent4>
      <a:accent5>
        <a:srgbClr val="F6CD4C"/>
      </a:accent5>
      <a:accent6>
        <a:srgbClr val="F8E71C"/>
      </a:accent6>
      <a:hlink>
        <a:srgbClr val="F6CD4C"/>
      </a:hlink>
      <a:folHlink>
        <a:srgbClr val="F6CD4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