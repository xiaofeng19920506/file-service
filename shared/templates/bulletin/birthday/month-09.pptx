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66" r:id="rId17"/>
  </p:sldIdLst>
  <p:sldSz cy="5143500" cx="9144000"/>
  <p:notesSz cx="6858000" cy="9144000"/>
  <p:embeddedFontLs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Corbel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regular.fntdata"/><Relationship Id="rId42" Type="http://schemas.openxmlformats.org/officeDocument/2006/relationships/font" Target="fonts/Corbel-italic.fntdata"/><Relationship Id="rId41" Type="http://schemas.openxmlformats.org/officeDocument/2006/relationships/font" Target="fonts/Corbel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Corbel-boldItalic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8" Type="http://schemas.openxmlformats.org/officeDocument/2006/relationships/font" Target="fonts/Robot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.fntdata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34" Type="http://schemas.openxmlformats.org/officeDocument/2006/relationships/font" Target="fonts/PlayfairDispl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17" Type="http://schemas.openxmlformats.org/officeDocument/2006/relationships/slide" Target="slides/slide11.xml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" name="Google Shape;57;p14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8" name="Google Shape;68;p16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7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19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0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" name="Google Shape;9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1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5" name="Google Shape;95;p21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0" name="Google Shape;10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5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12" name="Google Shape;112;p25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5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5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25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781504" y="1600200"/>
            <a:ext cx="7076700" cy="29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rtl="0" algn="l">
              <a:spcBef>
                <a:spcPts val="2000"/>
              </a:spcBef>
              <a:spcAft>
                <a:spcPts val="0"/>
              </a:spcAft>
              <a:buSzPts val="1620"/>
              <a:buChar char="●"/>
              <a:defRPr/>
            </a:lvl1pPr>
            <a:lvl2pPr indent="-331470" lvl="1" marL="9144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/>
        </p:nvSpPr>
        <p:spPr>
          <a:xfrm>
            <a:off x="284164" y="341830"/>
            <a:ext cx="8574000" cy="8505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26"/>
          <p:cNvGrpSpPr/>
          <p:nvPr/>
        </p:nvGrpSpPr>
        <p:grpSpPr>
          <a:xfrm>
            <a:off x="284164" y="1183387"/>
            <a:ext cx="8576301" cy="103050"/>
            <a:chOff x="284163" y="1577847"/>
            <a:chExt cx="8576301" cy="137400"/>
          </a:xfrm>
        </p:grpSpPr>
        <p:sp>
          <p:nvSpPr>
            <p:cNvPr id="123" name="Google Shape;123;p26"/>
            <p:cNvSpPr/>
            <p:nvPr/>
          </p:nvSpPr>
          <p:spPr>
            <a:xfrm>
              <a:off x="284163" y="1577847"/>
              <a:ext cx="1600200" cy="13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6"/>
            <p:cNvSpPr/>
            <p:nvPr/>
          </p:nvSpPr>
          <p:spPr>
            <a:xfrm>
              <a:off x="1885174" y="1577847"/>
              <a:ext cx="2743200" cy="13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6"/>
            <p:cNvSpPr/>
            <p:nvPr/>
          </p:nvSpPr>
          <p:spPr>
            <a:xfrm>
              <a:off x="4626864" y="1577847"/>
              <a:ext cx="4233600" cy="13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6"/>
          <p:cNvSpPr txBox="1"/>
          <p:nvPr>
            <p:ph type="title"/>
          </p:nvPr>
        </p:nvSpPr>
        <p:spPr>
          <a:xfrm>
            <a:off x="284164" y="472787"/>
            <a:ext cx="8574000" cy="725700"/>
          </a:xfrm>
          <a:prstGeom prst="rect">
            <a:avLst/>
          </a:prstGeom>
          <a:solidFill>
            <a:srgbClr val="262626">
              <a:alpha val="6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27" name="Google Shape;127;p26"/>
          <p:cNvSpPr txBox="1"/>
          <p:nvPr>
            <p:ph idx="1" type="body"/>
          </p:nvPr>
        </p:nvSpPr>
        <p:spPr>
          <a:xfrm>
            <a:off x="403412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8" name="Google Shape;128;p26"/>
          <p:cNvSpPr txBox="1"/>
          <p:nvPr>
            <p:ph idx="2" type="body"/>
          </p:nvPr>
        </p:nvSpPr>
        <p:spPr>
          <a:xfrm>
            <a:off x="4778188" y="1613298"/>
            <a:ext cx="3931800" cy="29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4330" lvl="0" marL="457200" rtl="0" algn="l">
              <a:spcBef>
                <a:spcPts val="2000"/>
              </a:spcBef>
              <a:spcAft>
                <a:spcPts val="0"/>
              </a:spcAft>
              <a:buSzPts val="1980"/>
              <a:buChar char="●"/>
              <a:defRPr sz="2200"/>
            </a:lvl1pPr>
            <a:lvl2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2000"/>
            </a:lvl2pPr>
            <a:lvl3pPr indent="-331470" lvl="2" marL="13716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3pPr>
            <a:lvl4pPr indent="-331470" lvl="3" marL="18288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4pPr>
            <a:lvl5pPr indent="-331470" lvl="4" marL="22860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5pPr>
            <a:lvl6pPr indent="-331470" lvl="5" marL="2743200" rtl="0" algn="l">
              <a:spcBef>
                <a:spcPts val="1600"/>
              </a:spcBef>
              <a:spcAft>
                <a:spcPts val="0"/>
              </a:spcAft>
              <a:buSzPts val="1620"/>
              <a:buChar char="■"/>
              <a:defRPr sz="1800"/>
            </a:lvl6pPr>
            <a:lvl7pPr indent="-331470" lvl="6" marL="3200400" rtl="0" algn="l">
              <a:spcBef>
                <a:spcPts val="1600"/>
              </a:spcBef>
              <a:spcAft>
                <a:spcPts val="0"/>
              </a:spcAft>
              <a:buSzPts val="1620"/>
              <a:buChar char="●"/>
              <a:defRPr sz="1800"/>
            </a:lvl7pPr>
            <a:lvl8pPr indent="-331470" lvl="7" marL="3657600" rtl="0" algn="l">
              <a:spcBef>
                <a:spcPts val="1600"/>
              </a:spcBef>
              <a:spcAft>
                <a:spcPts val="0"/>
              </a:spcAft>
              <a:buSzPts val="1620"/>
              <a:buChar char="○"/>
              <a:defRPr sz="1800"/>
            </a:lvl8pPr>
            <a:lvl9pPr indent="-331470" lvl="8" marL="4114800" rtl="0" algn="l">
              <a:spcBef>
                <a:spcPts val="1600"/>
              </a:spcBef>
              <a:spcAft>
                <a:spcPts val="1600"/>
              </a:spcAft>
              <a:buSzPts val="1620"/>
              <a:buChar char="■"/>
              <a:defRPr sz="1800"/>
            </a:lvl9pPr>
          </a:lstStyle>
          <a:p/>
        </p:txBody>
      </p:sp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6794936" y="482777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199698" y="4827775"/>
            <a:ext cx="61248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8306460" y="125510"/>
            <a:ext cx="630600" cy="26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rgbClr val="006F85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3" Type="http://schemas.openxmlformats.org/officeDocument/2006/relationships/image" Target="../media/image4.jpg"/></Relationships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/>
        </p:nvSpPr>
        <p:spPr>
          <a:xfrm>
            <a:off x="0" y="0"/>
            <a:ext cx="9144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/>
              <a:t> </a:t>
            </a:r>
            <a:r>
              <a:rPr lang="en" sz="4600">
                <a:solidFill>
                  <a:srgbClr val="FF0000"/>
                </a:solidFill>
              </a:rPr>
              <a:t>❤️</a:t>
            </a:r>
            <a:r>
              <a:rPr b="1" lang="en" sz="3300">
                <a:highlight>
                  <a:srgbClr val="FFFF00"/>
                </a:highlight>
                <a:latin typeface="Lexend Deca"/>
                <a:ea typeface="Lexend Deca"/>
                <a:cs typeface="Lexend Deca"/>
                <a:sym typeface="Lexend Deca"/>
              </a:rPr>
              <a:t>9月份生日的家人們</a:t>
            </a:r>
            <a:r>
              <a:rPr lang="en" sz="4600">
                <a:solidFill>
                  <a:srgbClr val="FF0000"/>
                </a:solidFill>
              </a:rPr>
              <a:t>❤️</a:t>
            </a:r>
            <a:r>
              <a:rPr lang="en" sz="4600"/>
              <a:t> </a:t>
            </a:r>
            <a:endParaRPr sz="4600">
              <a:solidFill>
                <a:srgbClr val="FF0000"/>
              </a:solidFill>
            </a:endParaRPr>
          </a:p>
        </p:txBody>
      </p:sp>
      <p:sp>
        <p:nvSpPr>
          <p:cNvPr id="203" name="Google Shape;203;p37"/>
          <p:cNvSpPr txBox="1"/>
          <p:nvPr/>
        </p:nvSpPr>
        <p:spPr>
          <a:xfrm>
            <a:off x="0" y="930050"/>
            <a:ext cx="5088600" cy="47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FF0000"/>
                </a:solidFill>
                <a:highlight>
                  <a:srgbClr val="FFF2CC"/>
                </a:highlight>
                <a:latin typeface="DFKai-SB"/>
                <a:ea typeface="DFKai-SB"/>
                <a:cs typeface="DFKai-SB"/>
                <a:sym typeface="DFKai-SB"/>
              </a:rPr>
              <a:t>郭振興</a:t>
            </a:r>
            <a:r>
              <a:rPr b="1" lang="en" sz="35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		</a:t>
            </a:r>
            <a:r>
              <a:rPr b="1" lang="en" sz="3500">
                <a:solidFill>
                  <a:srgbClr val="FF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Jennifer</a:t>
            </a:r>
            <a:endParaRPr b="1" sz="3500">
              <a:solidFill>
                <a:srgbClr val="FF0000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FF0000"/>
                </a:solidFill>
                <a:highlight>
                  <a:srgbClr val="FFF2CC"/>
                </a:highlight>
                <a:latin typeface="DFKai-SB"/>
                <a:ea typeface="DFKai-SB"/>
                <a:cs typeface="DFKai-SB"/>
                <a:sym typeface="DFKai-SB"/>
              </a:rPr>
              <a:t>余傳星</a:t>
            </a:r>
            <a:r>
              <a:rPr b="1" lang="en" sz="35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		</a:t>
            </a:r>
            <a:r>
              <a:rPr b="1" lang="en" sz="3500">
                <a:solidFill>
                  <a:srgbClr val="FF0000"/>
                </a:solidFill>
                <a:highlight>
                  <a:srgbClr val="FFF2CC"/>
                </a:highlight>
                <a:latin typeface="DFKai-SB"/>
                <a:ea typeface="DFKai-SB"/>
                <a:cs typeface="DFKai-SB"/>
                <a:sym typeface="DFKai-SB"/>
              </a:rPr>
              <a:t>王海波</a:t>
            </a:r>
            <a:endParaRPr b="1" sz="3500">
              <a:solidFill>
                <a:srgbClr val="FF0000"/>
              </a:solidFill>
              <a:highlight>
                <a:srgbClr val="FFF2CC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FF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Daniel </a:t>
            </a:r>
            <a:r>
              <a:rPr b="1" lang="en" sz="35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" sz="3500">
                <a:solidFill>
                  <a:srgbClr val="FF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Michelle</a:t>
            </a:r>
            <a:r>
              <a:rPr b="1" lang="en" sz="3500">
                <a:solidFill>
                  <a:srgbClr val="FF0000"/>
                </a:solidFill>
                <a:highlight>
                  <a:srgbClr val="FFF2CC"/>
                </a:highlight>
                <a:latin typeface="DFKai-SB"/>
                <a:ea typeface="DFKai-SB"/>
                <a:cs typeface="DFKai-SB"/>
                <a:sym typeface="DFKai-SB"/>
              </a:rPr>
              <a:t>李如容</a:t>
            </a:r>
            <a:endParaRPr b="1" sz="3500">
              <a:solidFill>
                <a:srgbClr val="FF0000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FF0000"/>
                </a:solidFill>
                <a:highlight>
                  <a:srgbClr val="FFF2CC"/>
                </a:highlight>
                <a:latin typeface="DFKai-SB"/>
                <a:ea typeface="DFKai-SB"/>
                <a:cs typeface="DFKai-SB"/>
                <a:sym typeface="DFKai-SB"/>
              </a:rPr>
              <a:t>于澤遠</a:t>
            </a:r>
            <a:r>
              <a:rPr b="1" lang="en" sz="3500">
                <a:solidFill>
                  <a:srgbClr val="FF0000"/>
                </a:solidFill>
                <a:latin typeface="DFKai-SB"/>
                <a:ea typeface="DFKai-SB"/>
                <a:cs typeface="DFKai-SB"/>
                <a:sym typeface="DFKai-SB"/>
              </a:rPr>
              <a:t>		</a:t>
            </a:r>
            <a:r>
              <a:rPr b="1" lang="en" sz="3500">
                <a:solidFill>
                  <a:srgbClr val="FF0000"/>
                </a:solidFill>
                <a:highlight>
                  <a:srgbClr val="FFF2CC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Samuel</a:t>
            </a:r>
            <a:endParaRPr b="1" sz="3500">
              <a:solidFill>
                <a:srgbClr val="FF0000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0000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我們將在午餐聚會時禱告祝福 </a:t>
            </a:r>
            <a:endParaRPr b="1" sz="2600">
              <a:solidFill>
                <a:srgbClr val="FF0000"/>
              </a:solidFill>
              <a:highlight>
                <a:schemeClr val="dk1"/>
              </a:highlight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  <a:highlight>
                  <a:schemeClr val="dk1"/>
                </a:highlight>
                <a:latin typeface="Lexend Deca"/>
                <a:ea typeface="Lexend Deca"/>
                <a:cs typeface="Lexend Deca"/>
                <a:sym typeface="Lexend Deca"/>
              </a:rPr>
              <a:t>唱生日歌與享用生日蛋糕</a:t>
            </a:r>
            <a:endParaRPr b="1" sz="3000">
              <a:solidFill>
                <a:srgbClr val="FF0000"/>
              </a:solidFill>
              <a:highlight>
                <a:srgbClr val="FFF2CC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0000"/>
              </a:solidFill>
              <a:highlight>
                <a:srgbClr val="FFFF00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0000"/>
              </a:solidFill>
              <a:highlight>
                <a:srgbClr val="FFFF00"/>
              </a:highlight>
              <a:latin typeface="DFKai-SB"/>
              <a:ea typeface="DFKai-SB"/>
              <a:cs typeface="DFKai-SB"/>
              <a:sym typeface="DFKai-SB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