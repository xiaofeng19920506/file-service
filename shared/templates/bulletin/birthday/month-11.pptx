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4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304" r:id="rId79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79" Type="http://schemas.openxmlformats.org/officeDocument/2006/relationships/slide" Target="slides/slide49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9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11月份生日的家人們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