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68" r:id="rId19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Playfair Displ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  <p:embeddedFont>
      <p:font typeface="Lexend Deca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44" Type="http://schemas.openxmlformats.org/officeDocument/2006/relationships/font" Target="fonts/LexendDeca-regular.fntdata"/><Relationship Id="rId43" Type="http://schemas.openxmlformats.org/officeDocument/2006/relationships/font" Target="fonts/Corbel-boldItalic.fntdata"/><Relationship Id="rId45" Type="http://schemas.openxmlformats.org/officeDocument/2006/relationships/font" Target="fonts/LexendDec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8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33" Type="http://schemas.openxmlformats.org/officeDocument/2006/relationships/font" Target="fonts/PlayfairDisplay-bold.fntdata"/><Relationship Id="rId32" Type="http://schemas.openxmlformats.org/officeDocument/2006/relationships/font" Target="fonts/PlayfairDisplay-regular.fntdata"/><Relationship Id="rId35" Type="http://schemas.openxmlformats.org/officeDocument/2006/relationships/font" Target="fonts/PlayfairDisplay-boldItalic.fntdata"/><Relationship Id="rId34" Type="http://schemas.openxmlformats.org/officeDocument/2006/relationships/font" Target="fonts/PlayfairDisplay-italic.fntdata"/><Relationship Id="rId37" Type="http://schemas.openxmlformats.org/officeDocument/2006/relationships/font" Target="fonts/Lato-bold.fntdata"/><Relationship Id="rId36" Type="http://schemas.openxmlformats.org/officeDocument/2006/relationships/font" Target="fonts/Lato-regular.fntdata"/><Relationship Id="rId39" Type="http://schemas.openxmlformats.org/officeDocument/2006/relationships/font" Target="fonts/Lato-boldItalic.fntdata"/><Relationship Id="rId38" Type="http://schemas.openxmlformats.org/officeDocument/2006/relationships/font" Target="fonts/Lato-italic.fntdata"/><Relationship Id="rId19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4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" name="Google Shape;68;p16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7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19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0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21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5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12" name="Google Shape;112;p25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5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5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25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1781504" y="1600200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rtl="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70" lvl="1" marL="9144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26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23" name="Google Shape;123;p26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6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6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26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8" name="Google Shape;128;p26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rgbClr val="006F8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3" Type="http://schemas.openxmlformats.org/officeDocument/2006/relationships/image" Target="../media/image4.jpg"/></Relationships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"/>
          <p:cNvSpPr txBox="1"/>
          <p:nvPr/>
        </p:nvSpPr>
        <p:spPr>
          <a:xfrm>
            <a:off x="98000" y="108150"/>
            <a:ext cx="5740800" cy="4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rgbClr val="FF0000"/>
                </a:solidFill>
              </a:rPr>
              <a:t>❤️</a:t>
            </a:r>
            <a:r>
              <a:rPr b="1" lang="en" sz="3300">
                <a:highlight>
                  <a:srgbClr val="FFFF00"/>
                </a:highlight>
                <a:latin typeface="Lexend Deca"/>
                <a:ea typeface="Lexend Deca"/>
                <a:cs typeface="Lexend Deca"/>
                <a:sym typeface="Lexend Deca"/>
              </a:rPr>
              <a:t>11月份生日的家人們</a:t>
            </a:r>
            <a:r>
              <a:rPr lang="en" sz="4600">
                <a:solidFill>
                  <a:srgbClr val="FF0000"/>
                </a:solidFill>
              </a:rPr>
              <a:t>❤️</a:t>
            </a:r>
            <a:endParaRPr sz="31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3333CC"/>
                </a:solidFill>
                <a:latin typeface="DFKai-SB"/>
                <a:ea typeface="DFKai-SB"/>
                <a:cs typeface="DFKai-SB"/>
                <a:sym typeface="DFKai-SB"/>
              </a:rPr>
              <a:t>盧師母 英雲嵩 潘美菊   </a:t>
            </a:r>
            <a:endParaRPr b="1" sz="3500">
              <a:solidFill>
                <a:srgbClr val="3333CC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3333CC"/>
                </a:solidFill>
                <a:latin typeface="DFKai-SB"/>
                <a:ea typeface="DFKai-SB"/>
                <a:cs typeface="DFKai-SB"/>
                <a:sym typeface="DFKai-SB"/>
              </a:rPr>
              <a:t>劉瑞霞 李德敏   </a:t>
            </a:r>
            <a:endParaRPr b="1" sz="3500">
              <a:solidFill>
                <a:srgbClr val="3333CC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Clinton   Eli</a:t>
            </a:r>
            <a:endParaRPr b="1" sz="3500">
              <a:solidFill>
                <a:srgbClr val="33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3333CC"/>
                </a:solidFill>
                <a:latin typeface="DFKai-SB"/>
                <a:ea typeface="DFKai-SB"/>
                <a:cs typeface="DFKai-SB"/>
                <a:sym typeface="DFKai-SB"/>
              </a:rPr>
              <a:t>邹祖荣  李佳欣</a:t>
            </a:r>
            <a:endParaRPr b="1" sz="4800">
              <a:solidFill>
                <a:srgbClr val="3333CC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  <a:highlight>
                  <a:schemeClr val="dk1"/>
                </a:highlight>
                <a:latin typeface="Lexend Deca"/>
                <a:ea typeface="Lexend Deca"/>
                <a:cs typeface="Lexend Deca"/>
                <a:sym typeface="Lexend Deca"/>
              </a:rPr>
              <a:t>我們將在午餐聚會時禱告祝福 </a:t>
            </a:r>
            <a:endParaRPr b="1" sz="2600">
              <a:solidFill>
                <a:srgbClr val="FF0000"/>
              </a:solidFill>
              <a:highlight>
                <a:schemeClr val="dk1"/>
              </a:highlight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  <a:highlight>
                  <a:schemeClr val="dk1"/>
                </a:highlight>
                <a:latin typeface="Lexend Deca"/>
                <a:ea typeface="Lexend Deca"/>
                <a:cs typeface="Lexend Deca"/>
                <a:sym typeface="Lexend Deca"/>
              </a:rPr>
              <a:t>唱生日歌與享用生日蛋糕</a:t>
            </a:r>
            <a:r>
              <a:rPr lang="en" sz="2600">
                <a:latin typeface="Lexend Deca"/>
                <a:ea typeface="Lexend Deca"/>
                <a:cs typeface="Lexend Deca"/>
                <a:sym typeface="Lexend Deca"/>
              </a:rPr>
              <a:t> </a:t>
            </a:r>
            <a:endParaRPr sz="2600"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