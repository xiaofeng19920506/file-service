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67" r:id="rId18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Lexend Deca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44" Type="http://schemas.openxmlformats.org/officeDocument/2006/relationships/font" Target="fonts/LexendDeca-regular.fntdata"/><Relationship Id="rId43" Type="http://schemas.openxmlformats.org/officeDocument/2006/relationships/font" Target="fonts/Corbel-boldItalic.fntdata"/><Relationship Id="rId45" Type="http://schemas.openxmlformats.org/officeDocument/2006/relationships/font" Target="fonts/LexendDe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8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PlayfairDisplay-bold.fntdata"/><Relationship Id="rId32" Type="http://schemas.openxmlformats.org/officeDocument/2006/relationships/font" Target="fonts/PlayfairDisplay-regular.fntdata"/><Relationship Id="rId35" Type="http://schemas.openxmlformats.org/officeDocument/2006/relationships/font" Target="fonts/PlayfairDisplay-boldItalic.fntdata"/><Relationship Id="rId34" Type="http://schemas.openxmlformats.org/officeDocument/2006/relationships/font" Target="fonts/PlayfairDisplay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6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7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9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5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12" name="Google Shape;112;p25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5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rtl="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26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23" name="Google Shape;123;p26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6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3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idx="4294967295" type="title"/>
          </p:nvPr>
        </p:nvSpPr>
        <p:spPr>
          <a:xfrm>
            <a:off x="121875" y="39950"/>
            <a:ext cx="5705100" cy="753600"/>
          </a:xfrm>
          <a:prstGeom prst="rect">
            <a:avLst/>
          </a:prstGeom>
          <a:solidFill>
            <a:srgbClr val="EA99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❤️</a:t>
            </a:r>
            <a:r>
              <a:rPr lang="en" sz="3300">
                <a:solidFill>
                  <a:srgbClr val="000000"/>
                </a:solidFill>
                <a:highlight>
                  <a:srgbClr val="FFFF00"/>
                </a:highlight>
                <a:latin typeface="Lexend Deca"/>
                <a:ea typeface="Lexend Deca"/>
                <a:cs typeface="Lexend Deca"/>
                <a:sym typeface="Lexend Deca"/>
              </a:rPr>
              <a:t>10月份生日的家人們</a:t>
            </a:r>
            <a:r>
              <a:rPr b="0" lang="en" sz="4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❤️</a:t>
            </a:r>
            <a:r>
              <a:rPr lang="en" sz="3900">
                <a:solidFill>
                  <a:srgbClr val="0000FF"/>
                </a:solidFill>
              </a:rPr>
              <a:t> </a:t>
            </a:r>
            <a:endParaRPr sz="4200">
              <a:solidFill>
                <a:srgbClr val="0000FF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09" name="Google Shape;209;p38"/>
          <p:cNvSpPr txBox="1"/>
          <p:nvPr>
            <p:ph idx="4294967295" type="body"/>
          </p:nvPr>
        </p:nvSpPr>
        <p:spPr>
          <a:xfrm>
            <a:off x="0" y="974400"/>
            <a:ext cx="8020500" cy="38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1" lang="en" sz="41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李振成  </a:t>
            </a:r>
            <a:r>
              <a:rPr b="1" lang="en" sz="4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Shirley (</a:t>
            </a:r>
            <a:r>
              <a:rPr b="1" lang="en" sz="41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阿雪</a:t>
            </a:r>
            <a:r>
              <a:rPr b="1" lang="en" sz="4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4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李薇   </a:t>
            </a:r>
            <a:r>
              <a:rPr b="1" lang="en" sz="4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Amy</a:t>
            </a:r>
            <a:r>
              <a:rPr b="1" lang="en" sz="41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endParaRPr b="1" sz="410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詹冠霞</a:t>
            </a:r>
            <a:endParaRPr b="1" sz="410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曹汝凡  林玉惠</a:t>
            </a:r>
            <a:endParaRPr b="1" sz="410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李婷娜</a:t>
            </a:r>
            <a:r>
              <a:rPr b="1" lang="en" sz="3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(Christina)   </a:t>
            </a:r>
            <a:r>
              <a:rPr b="1" lang="en" sz="37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陳自立</a:t>
            </a:r>
            <a:endParaRPr b="1" sz="3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我們將在午餐聚會時禱告祝福 </a:t>
            </a:r>
            <a:endParaRPr b="1" sz="2600">
              <a:solidFill>
                <a:srgbClr val="FF0000"/>
              </a:solidFill>
              <a:highlight>
                <a:schemeClr val="dk1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唱生日歌與享用生日蛋糕</a:t>
            </a:r>
            <a:endParaRPr b="1" sz="3800">
              <a:solidFill>
                <a:srgbClr val="FF0000"/>
              </a:solidFill>
              <a:highlight>
                <a:schemeClr val="dk1"/>
              </a:highlight>
            </a:endParaRPr>
          </a:p>
        </p:txBody>
      </p:sp>
      <p:pic>
        <p:nvPicPr>
          <p:cNvPr id="210" name="Google Shape;21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2100" y="2254525"/>
            <a:ext cx="2888975" cy="288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