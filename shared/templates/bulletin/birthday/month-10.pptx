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303" r:id="rId78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8" Type="http://schemas.openxmlformats.org/officeDocument/2006/relationships/slide" Target="slides/slide4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8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10月份生日的家人們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