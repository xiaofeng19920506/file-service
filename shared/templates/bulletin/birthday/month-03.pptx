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60" r:id="rId11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Corbel-boldItalic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8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34" Type="http://schemas.openxmlformats.org/officeDocument/2006/relationships/font" Target="fonts/PlayfairDispl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5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12" name="Google Shape;112;p2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5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23" name="Google Shape;123;p2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6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4.jpg"/></Relationships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/>
        </p:nvSpPr>
        <p:spPr>
          <a:xfrm>
            <a:off x="0" y="209750"/>
            <a:ext cx="9144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FF"/>
                </a:solidFill>
                <a:highlight>
                  <a:srgbClr val="FFFF00"/>
                </a:highlight>
                <a:latin typeface="DFKai-SB"/>
                <a:ea typeface="DFKai-SB"/>
                <a:cs typeface="DFKai-SB"/>
                <a:sym typeface="DFKai-SB"/>
              </a:rPr>
              <a:t>❤️</a:t>
            </a:r>
            <a:r>
              <a:rPr b="1" lang="en" sz="4900">
                <a:solidFill>
                  <a:srgbClr val="0000FF"/>
                </a:solidFill>
                <a:highlight>
                  <a:srgbClr val="FFFF00"/>
                </a:highlight>
                <a:latin typeface="DFKai-SB"/>
                <a:ea typeface="DFKai-SB"/>
                <a:cs typeface="DFKai-SB"/>
                <a:sym typeface="DFKai-SB"/>
              </a:rPr>
              <a:t>3</a:t>
            </a:r>
            <a:r>
              <a:rPr b="1" lang="en" sz="4800">
                <a:solidFill>
                  <a:srgbClr val="0000FF"/>
                </a:solidFill>
                <a:highlight>
                  <a:srgbClr val="FFFF00"/>
                </a:highlight>
                <a:latin typeface="DFKai-SB"/>
                <a:ea typeface="DFKai-SB"/>
                <a:cs typeface="DFKai-SB"/>
                <a:sym typeface="DFKai-SB"/>
              </a:rPr>
              <a:t>月份生日的家人們❤️</a:t>
            </a:r>
            <a:endParaRPr sz="4600">
              <a:solidFill>
                <a:srgbClr val="FF0000"/>
              </a:solidFill>
            </a:endParaRPr>
          </a:p>
        </p:txBody>
      </p:sp>
      <p:sp>
        <p:nvSpPr>
          <p:cNvPr id="162" name="Google Shape;162;p31"/>
          <p:cNvSpPr txBox="1"/>
          <p:nvPr/>
        </p:nvSpPr>
        <p:spPr>
          <a:xfrm>
            <a:off x="568800" y="1326275"/>
            <a:ext cx="32655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highlight>
                  <a:srgbClr val="FF00FF"/>
                </a:highlight>
                <a:latin typeface="DFKai-SB"/>
                <a:ea typeface="DFKai-SB"/>
                <a:cs typeface="DFKai-SB"/>
                <a:sym typeface="DFKai-SB"/>
              </a:rPr>
              <a:t>李清</a:t>
            </a:r>
            <a:r>
              <a:rPr b="1" lang="en" sz="4000"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>   </a:t>
            </a:r>
            <a:endParaRPr b="1" sz="4000">
              <a:highlight>
                <a:schemeClr val="dk1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4000">
                <a:highlight>
                  <a:srgbClr val="FF00FF"/>
                </a:highlight>
                <a:latin typeface="DFKai-SB"/>
                <a:ea typeface="DFKai-SB"/>
                <a:cs typeface="DFKai-SB"/>
                <a:sym typeface="DFKai-SB"/>
              </a:rPr>
              <a:t>鄭賽桃</a:t>
            </a:r>
            <a:endParaRPr b="1" sz="4000">
              <a:highlight>
                <a:srgbClr val="FF00FF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ctr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4000">
                <a:highlight>
                  <a:srgbClr val="FF00FF"/>
                </a:highlight>
                <a:latin typeface="DFKai-SB"/>
                <a:ea typeface="DFKai-SB"/>
                <a:cs typeface="DFKai-SB"/>
                <a:sym typeface="DFKai-SB"/>
              </a:rPr>
              <a:t>Noah Yeung</a:t>
            </a:r>
            <a:endParaRPr b="1" sz="4000">
              <a:highlight>
                <a:srgbClr val="FF00FF"/>
              </a:highlight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3" name="Google Shape;163;p31"/>
          <p:cNvSpPr txBox="1"/>
          <p:nvPr/>
        </p:nvSpPr>
        <p:spPr>
          <a:xfrm>
            <a:off x="0" y="3346800"/>
            <a:ext cx="59913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0000"/>
                </a:solidFill>
                <a:highlight>
                  <a:srgbClr val="FFF2CC"/>
                </a:highlight>
                <a:latin typeface="DFKai-SB"/>
                <a:ea typeface="DFKai-SB"/>
                <a:cs typeface="DFKai-SB"/>
                <a:sym typeface="DFKai-SB"/>
              </a:rPr>
              <a:t>我們將在午餐聚會時禱告祝福 </a:t>
            </a:r>
            <a:endParaRPr b="1" sz="3300">
              <a:solidFill>
                <a:srgbClr val="FF0000"/>
              </a:solidFill>
              <a:highlight>
                <a:srgbClr val="FFF2CC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0000"/>
                </a:solidFill>
                <a:highlight>
                  <a:srgbClr val="FFF2CC"/>
                </a:highlight>
                <a:latin typeface="DFKai-SB"/>
                <a:ea typeface="DFKai-SB"/>
                <a:cs typeface="DFKai-SB"/>
                <a:sym typeface="DFKai-SB"/>
              </a:rPr>
              <a:t>唱生日歌與享用生日蛋糕</a:t>
            </a:r>
            <a:endParaRPr b="1" sz="4700">
              <a:highlight>
                <a:srgbClr val="FFE599"/>
              </a:highlight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