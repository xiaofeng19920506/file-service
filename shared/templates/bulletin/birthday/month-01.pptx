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294" r:id="rId69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69" Type="http://schemas.openxmlformats.org/officeDocument/2006/relationships/slide" Target="slides/slide39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39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1月份生日的家人們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