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  <p:sldMasterId id="2147483673" r:id="rId5"/>
  </p:sldMasterIdLst>
  <p:notesMasterIdLst>
    <p:notesMasterId r:id="rId6"/>
  </p:notesMasterIdLst>
  <p:sldIdLst>
    <p:sldId id="259" r:id="rId10"/>
  </p:sldIdLst>
  <p:sldSz cy="5143500" cx="9144000"/>
  <p:notesSz cx="6858000" cy="9144000"/>
  <p:embeddedFontLst>
    <p:embeddedFont>
      <p:font typeface="Roboto"/>
      <p:regular r:id="rId28"/>
      <p:bold r:id="rId29"/>
      <p:italic r:id="rId30"/>
      <p:boldItalic r:id="rId31"/>
    </p:embeddedFont>
    <p:embeddedFont>
      <p:font typeface="Playfair Display"/>
      <p:regular r:id="rId32"/>
      <p:bold r:id="rId33"/>
      <p:italic r:id="rId34"/>
      <p:boldItalic r:id="rId35"/>
    </p:embeddedFont>
    <p:embeddedFont>
      <p:font typeface="Lato"/>
      <p:regular r:id="rId36"/>
      <p:bold r:id="rId37"/>
      <p:italic r:id="rId38"/>
      <p:boldItalic r:id="rId39"/>
    </p:embeddedFont>
    <p:embeddedFont>
      <p:font typeface="Corbel"/>
      <p:regular r:id="rId40"/>
      <p:bold r:id="rId41"/>
      <p:italic r:id="rId42"/>
      <p:boldItalic r:id="rId43"/>
    </p:embeddedFont>
    <p:embeddedFont>
      <p:font typeface="Lexend Deca"/>
      <p:regular r:id="rId44"/>
      <p:bold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Corbel-regular.fntdata"/><Relationship Id="rId42" Type="http://schemas.openxmlformats.org/officeDocument/2006/relationships/font" Target="fonts/Corbel-italic.fntdata"/><Relationship Id="rId41" Type="http://schemas.openxmlformats.org/officeDocument/2006/relationships/font" Target="fonts/Corbel-bold.fntdata"/><Relationship Id="rId44" Type="http://schemas.openxmlformats.org/officeDocument/2006/relationships/font" Target="fonts/LexendDeca-regular.fntdata"/><Relationship Id="rId43" Type="http://schemas.openxmlformats.org/officeDocument/2006/relationships/font" Target="fonts/Corbel-boldItalic.fntdata"/><Relationship Id="rId45" Type="http://schemas.openxmlformats.org/officeDocument/2006/relationships/font" Target="fonts/LexendDeca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28" Type="http://schemas.openxmlformats.org/officeDocument/2006/relationships/font" Target="fonts/Roboto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-bold.fntdata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33" Type="http://schemas.openxmlformats.org/officeDocument/2006/relationships/font" Target="fonts/PlayfairDisplay-bold.fntdata"/><Relationship Id="rId10" Type="http://schemas.openxmlformats.org/officeDocument/2006/relationships/slide" Target="slides/slide4.xml"/><Relationship Id="rId32" Type="http://schemas.openxmlformats.org/officeDocument/2006/relationships/font" Target="fonts/PlayfairDisplay-regular.fntdata"/><Relationship Id="rId35" Type="http://schemas.openxmlformats.org/officeDocument/2006/relationships/font" Target="fonts/PlayfairDisplay-boldItalic.fntdata"/><Relationship Id="rId34" Type="http://schemas.openxmlformats.org/officeDocument/2006/relationships/font" Target="fonts/PlayfairDisplay-italic.fntdata"/><Relationship Id="rId37" Type="http://schemas.openxmlformats.org/officeDocument/2006/relationships/font" Target="fonts/Lato-bold.fntdata"/><Relationship Id="rId36" Type="http://schemas.openxmlformats.org/officeDocument/2006/relationships/font" Target="fonts/Lato-regular.fntdata"/><Relationship Id="rId39" Type="http://schemas.openxmlformats.org/officeDocument/2006/relationships/font" Target="fonts/Lato-boldItalic.fntdata"/><Relationship Id="rId38" Type="http://schemas.openxmlformats.org/officeDocument/2006/relationships/font" Target="fonts/Lato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7" name="Google Shape;57;p14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4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5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8" name="Google Shape;68;p16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p1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Google Shape;73;p17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" name="Google Shape;74;p17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7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9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4" name="Google Shape;84;p19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5" name="Google Shape;85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0" name="Google Shape;9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1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3" name="Google Shape;93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p21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5" name="Google Shape;95;p21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96" name="Google Shape;96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97" name="Google Shape;9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3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3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5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1" name="Google Shape;111;p25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12" name="Google Shape;112;p25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25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25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5" name="Google Shape;115;p25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rtl="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117" name="Google Shape;117;p25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5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25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6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2" name="Google Shape;122;p26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23" name="Google Shape;123;p26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6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6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26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7" name="Google Shape;127;p26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rtl="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rtl="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128" name="Google Shape;128;p26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rtl="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rtl="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129" name="Google Shape;129;p26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6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6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3" Type="http://schemas.openxmlformats.org/officeDocument/2006/relationships/image" Target="../media/image4.jpg"/></Relationships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0"/>
          <p:cNvSpPr txBox="1"/>
          <p:nvPr/>
        </p:nvSpPr>
        <p:spPr>
          <a:xfrm>
            <a:off x="0" y="0"/>
            <a:ext cx="91440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b="1" lang="en" sz="4800">
                <a:solidFill>
                  <a:srgbClr val="0000FF"/>
                </a:solidFill>
                <a:highlight>
                  <a:srgbClr val="FFFF00"/>
                </a:highlight>
                <a:latin typeface="DFKai-SB"/>
                <a:ea typeface="DFKai-SB"/>
                <a:cs typeface="DFKai-SB"/>
                <a:sym typeface="DFKai-SB"/>
              </a:rPr>
              <a:t>❤️</a:t>
            </a:r>
            <a:r>
              <a:rPr b="1" lang="en" sz="4900">
                <a:solidFill>
                  <a:srgbClr val="0000FF"/>
                </a:solidFill>
                <a:highlight>
                  <a:srgbClr val="FFFF00"/>
                </a:highlight>
                <a:latin typeface="DFKai-SB"/>
                <a:ea typeface="DFKai-SB"/>
                <a:cs typeface="DFKai-SB"/>
                <a:sym typeface="DFKai-SB"/>
              </a:rPr>
              <a:t>2</a:t>
            </a:r>
            <a:r>
              <a:rPr b="1" lang="en" sz="4800">
                <a:solidFill>
                  <a:srgbClr val="0000FF"/>
                </a:solidFill>
                <a:highlight>
                  <a:srgbClr val="FFFF00"/>
                </a:highlight>
                <a:latin typeface="DFKai-SB"/>
                <a:ea typeface="DFKai-SB"/>
                <a:cs typeface="DFKai-SB"/>
                <a:sym typeface="DFKai-SB"/>
              </a:rPr>
              <a:t>月份生日的家人們❤️</a:t>
            </a:r>
            <a:endParaRPr sz="4600">
              <a:solidFill>
                <a:srgbClr val="FF000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155" name="Google Shape;155;p30"/>
          <p:cNvSpPr txBox="1"/>
          <p:nvPr/>
        </p:nvSpPr>
        <p:spPr>
          <a:xfrm>
            <a:off x="0" y="1161450"/>
            <a:ext cx="7200900" cy="28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100">
                <a:highlight>
                  <a:srgbClr val="F4CCCC"/>
                </a:highlight>
                <a:latin typeface="DFKai-SB"/>
                <a:ea typeface="DFKai-SB"/>
                <a:cs typeface="DFKai-SB"/>
                <a:sym typeface="DFKai-SB"/>
              </a:rPr>
              <a:t>劉瑞霖   </a:t>
            </a:r>
            <a:r>
              <a:rPr b="1" lang="en" sz="4100">
                <a:highlight>
                  <a:srgbClr val="F4CCCC"/>
                </a:highlight>
                <a:latin typeface="DFKai-SB"/>
                <a:ea typeface="DFKai-SB"/>
                <a:cs typeface="DFKai-SB"/>
                <a:sym typeface="DFKai-SB"/>
              </a:rPr>
              <a:t>劉瑞五</a:t>
            </a:r>
            <a:endParaRPr b="1" sz="3400">
              <a:highlight>
                <a:srgbClr val="F4CCCC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8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 sz="4100">
                <a:highlight>
                  <a:srgbClr val="F4CCCC"/>
                </a:highlight>
                <a:latin typeface="DFKai-SB"/>
                <a:ea typeface="DFKai-SB"/>
                <a:cs typeface="DFKai-SB"/>
                <a:sym typeface="DFKai-SB"/>
              </a:rPr>
              <a:t>周思廷   王周安   </a:t>
            </a:r>
            <a:endParaRPr b="1" sz="2100">
              <a:highlight>
                <a:srgbClr val="F4CCCC"/>
              </a:highlight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lnSpc>
                <a:spcPct val="8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 sz="4100">
                <a:highlight>
                  <a:srgbClr val="F4CCCC"/>
                </a:highlight>
                <a:latin typeface="DFKai-SB"/>
                <a:ea typeface="DFKai-SB"/>
                <a:cs typeface="DFKai-SB"/>
                <a:sym typeface="DFKai-SB"/>
              </a:rPr>
              <a:t>盧晞滌</a:t>
            </a:r>
            <a:r>
              <a:rPr b="1" lang="en" sz="3800">
                <a:highlight>
                  <a:srgbClr val="F4CCCC"/>
                </a:highlight>
                <a:latin typeface="DFKai-SB"/>
                <a:ea typeface="DFKai-SB"/>
                <a:cs typeface="DFKai-SB"/>
                <a:sym typeface="DFKai-SB"/>
              </a:rPr>
              <a:t>(</a:t>
            </a:r>
            <a:r>
              <a:rPr b="1" lang="en" sz="3400">
                <a:highlight>
                  <a:srgbClr val="F4CCCC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Melodie)</a:t>
            </a:r>
            <a:endParaRPr b="1" sz="3400">
              <a:highlight>
                <a:srgbClr val="F4CCCC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8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b="1" lang="en" sz="4100">
                <a:highlight>
                  <a:srgbClr val="F4CCCC"/>
                </a:highlight>
                <a:latin typeface="DFKai-SB"/>
                <a:ea typeface="DFKai-SB"/>
                <a:cs typeface="DFKai-SB"/>
                <a:sym typeface="DFKai-SB"/>
              </a:rPr>
              <a:t>吳鑾瑛</a:t>
            </a:r>
            <a:r>
              <a:rPr b="1" lang="en" sz="3400">
                <a:highlight>
                  <a:srgbClr val="F4CCCC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(Shirley’s mom)</a:t>
            </a:r>
            <a:endParaRPr>
              <a:highlight>
                <a:srgbClr val="F4CCCC"/>
              </a:highlight>
            </a:endParaRPr>
          </a:p>
        </p:txBody>
      </p:sp>
      <p:sp>
        <p:nvSpPr>
          <p:cNvPr id="156" name="Google Shape;156;p30"/>
          <p:cNvSpPr txBox="1"/>
          <p:nvPr/>
        </p:nvSpPr>
        <p:spPr>
          <a:xfrm>
            <a:off x="0" y="3993600"/>
            <a:ext cx="5967900" cy="1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highlight>
                  <a:srgbClr val="FF4D00"/>
                </a:highlight>
                <a:latin typeface="DFKai-SB"/>
                <a:ea typeface="DFKai-SB"/>
                <a:cs typeface="DFKai-SB"/>
                <a:sym typeface="DFKai-SB"/>
              </a:rPr>
              <a:t>我們將在午餐聚會時禱告祝福 </a:t>
            </a:r>
            <a:endParaRPr b="1" sz="3300">
              <a:solidFill>
                <a:schemeClr val="dk1"/>
              </a:solidFill>
              <a:highlight>
                <a:srgbClr val="FF4D00"/>
              </a:highlight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300">
                <a:solidFill>
                  <a:schemeClr val="dk1"/>
                </a:solidFill>
                <a:highlight>
                  <a:srgbClr val="FF4D00"/>
                </a:highlight>
                <a:latin typeface="DFKai-SB"/>
                <a:ea typeface="DFKai-SB"/>
                <a:cs typeface="DFKai-SB"/>
                <a:sym typeface="DFKai-SB"/>
              </a:rPr>
              <a:t>唱生日歌與享用生日蛋糕</a:t>
            </a:r>
            <a:endParaRPr>
              <a:solidFill>
                <a:schemeClr val="dk1"/>
              </a:solidFill>
              <a:highlight>
                <a:srgbClr val="FF4D00"/>
              </a:highligh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