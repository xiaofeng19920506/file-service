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  <Override PartName="/ppt/slides/slide40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  <p:sldMasterId id="2147483690" r:id="rId7"/>
  </p:sldMasterIdLst>
  <p:notesMasterIdLst>
    <p:notesMasterId r:id="rId8"/>
  </p:notesMasterIdLst>
  <p:sldIdLst>
    <p:sldId id="295" r:id="rId70"/>
  </p:sldIdLst>
  <p:sldSz cy="5143500" cx="9144000"/>
  <p:notesSz cx="6858000" cy="9144000"/>
  <p:embeddedFontLst>
    <p:embeddedFont>
      <p:font typeface="Roboto Slab"/>
      <p:regular r:id="rId47"/>
      <p:bold r:id="rId48"/>
    </p:embeddedFont>
    <p:embeddedFont>
      <p:font typeface="Pinyon Script"/>
      <p:regular r:id="rId49"/>
    </p:embeddedFont>
    <p:embeddedFont>
      <p:font typeface="Roboto"/>
      <p:regular r:id="rId50"/>
      <p:bold r:id="rId51"/>
      <p:italic r:id="rId52"/>
      <p:boldItalic r:id="rId53"/>
    </p:embeddedFont>
    <p:embeddedFont>
      <p:font typeface="Playfair Display"/>
      <p:regular r:id="rId54"/>
      <p:bold r:id="rId55"/>
      <p:italic r:id="rId56"/>
      <p:boldItalic r:id="rId57"/>
    </p:embeddedFont>
    <p:embeddedFont>
      <p:font typeface="Lato"/>
      <p:regular r:id="rId58"/>
      <p:bold r:id="rId59"/>
      <p:italic r:id="rId60"/>
      <p:boldItalic r:id="rId61"/>
    </p:embeddedFont>
    <p:embeddedFont>
      <p:font typeface="Great Vibes"/>
      <p:regular r:id="rId62"/>
    </p:embeddedFont>
    <p:embeddedFont>
      <p:font typeface="Corbel"/>
      <p:regular r:id="rId63"/>
      <p:bold r:id="rId64"/>
      <p:italic r:id="rId65"/>
      <p:boldItalic r:id="rId66"/>
    </p:embeddedFont>
    <p:embeddedFont>
      <p:font typeface="Lexend Deca"/>
      <p:regular r:id="rId67"/>
      <p:bold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80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iting Zho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1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48" Type="http://schemas.openxmlformats.org/officeDocument/2006/relationships/font" Target="fonts/RobotoSlab-bold.fntdata"/><Relationship Id="rId47" Type="http://schemas.openxmlformats.org/officeDocument/2006/relationships/font" Target="fonts/RobotoSlab-regular.fntdata"/><Relationship Id="rId49" Type="http://schemas.openxmlformats.org/officeDocument/2006/relationships/font" Target="fonts/PinyonScrip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62" Type="http://schemas.openxmlformats.org/officeDocument/2006/relationships/font" Target="fonts/GreatVibes-regular.fntdata"/><Relationship Id="rId61" Type="http://schemas.openxmlformats.org/officeDocument/2006/relationships/font" Target="fonts/Lato-boldItalic.fntdata"/><Relationship Id="rId64" Type="http://schemas.openxmlformats.org/officeDocument/2006/relationships/font" Target="fonts/Corbel-bold.fntdata"/><Relationship Id="rId63" Type="http://schemas.openxmlformats.org/officeDocument/2006/relationships/font" Target="fonts/Corbel-regular.fntdata"/><Relationship Id="rId66" Type="http://schemas.openxmlformats.org/officeDocument/2006/relationships/font" Target="fonts/Corbel-boldItalic.fntdata"/><Relationship Id="rId65" Type="http://schemas.openxmlformats.org/officeDocument/2006/relationships/font" Target="fonts/Corbel-italic.fntdata"/><Relationship Id="rId68" Type="http://schemas.openxmlformats.org/officeDocument/2006/relationships/font" Target="fonts/LexendDeca-bold.fntdata"/><Relationship Id="rId67" Type="http://schemas.openxmlformats.org/officeDocument/2006/relationships/font" Target="fonts/LexendDeca-regular.fntdata"/><Relationship Id="rId60" Type="http://schemas.openxmlformats.org/officeDocument/2006/relationships/font" Target="fonts/Lato-italic.fntdata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55" Type="http://schemas.openxmlformats.org/officeDocument/2006/relationships/font" Target="fonts/PlayfairDisplay-bold.fntdata"/><Relationship Id="rId54" Type="http://schemas.openxmlformats.org/officeDocument/2006/relationships/font" Target="fonts/PlayfairDisplay-regular.fntdata"/><Relationship Id="rId57" Type="http://schemas.openxmlformats.org/officeDocument/2006/relationships/font" Target="fonts/PlayfairDisplay-boldItalic.fntdata"/><Relationship Id="rId56" Type="http://schemas.openxmlformats.org/officeDocument/2006/relationships/font" Target="fonts/PlayfairDisplay-italic.fntdata"/><Relationship Id="rId59" Type="http://schemas.openxmlformats.org/officeDocument/2006/relationships/font" Target="fonts/Lato-bold.fntdata"/><Relationship Id="rId58" Type="http://schemas.openxmlformats.org/officeDocument/2006/relationships/font" Target="fonts/Lato-regular.fntdata"/><Relationship Id="rId70" Type="http://schemas.openxmlformats.org/officeDocument/2006/relationships/slide" Target="slides/slide4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3T01:59:55.049">
    <p:pos x="0" y="0"/>
    <p:text>@georgelu777@gmail.com,
@glu777@yahoo.com
_Assigned to georgelu777@gmail.com_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67" name="Google Shape;67;p13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p13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14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78" name="Google Shape;78;p14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81;p14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83" name="Google Shape;83;p14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84" name="Google Shape;84;p14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3" name="Google Shape;93;p16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94" name="Google Shape;94;p16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6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17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7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8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19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19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21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21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23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3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28" name="Google Shape;128;p23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9" name="Google Shape;129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/>
          <p:nvPr/>
        </p:nvSpPr>
        <p:spPr>
          <a:xfrm>
            <a:off x="284164" y="341831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27"/>
          <p:cNvGrpSpPr/>
          <p:nvPr/>
        </p:nvGrpSpPr>
        <p:grpSpPr>
          <a:xfrm>
            <a:off x="284164" y="1183388"/>
            <a:ext cx="8576301" cy="103050"/>
            <a:chOff x="284163" y="1577847"/>
            <a:chExt cx="8576301" cy="137400"/>
          </a:xfrm>
        </p:grpSpPr>
        <p:sp>
          <p:nvSpPr>
            <p:cNvPr id="144" name="Google Shape;144;p27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27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bel"/>
              <a:buNone/>
              <a:defRPr b="0" i="0" sz="33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1781504" y="1600201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7185" lvl="0" marL="457200" marR="0" algn="l">
              <a:spcBef>
                <a:spcPts val="1560"/>
              </a:spcBef>
              <a:spcAft>
                <a:spcPts val="0"/>
              </a:spcAft>
              <a:buClr>
                <a:srgbClr val="A5A5A5"/>
              </a:buClr>
              <a:buSzPts val="1710"/>
              <a:buFont typeface="Noto Sans Symbols"/>
              <a:buChar char="↗"/>
              <a:defRPr b="0" i="0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5755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530"/>
              <a:buFont typeface="Noto Sans Symbols"/>
              <a:buChar char="↗"/>
              <a:defRPr b="0" i="0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40"/>
              <a:buFont typeface="Noto Sans Symbols"/>
              <a:buChar char="↗"/>
              <a:defRPr b="0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861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861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861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861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861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861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27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7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8306459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/>
          <p:nvPr/>
        </p:nvSpPr>
        <p:spPr>
          <a:xfrm>
            <a:off x="284164" y="341831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28"/>
          <p:cNvGrpSpPr/>
          <p:nvPr/>
        </p:nvGrpSpPr>
        <p:grpSpPr>
          <a:xfrm>
            <a:off x="284164" y="1183388"/>
            <a:ext cx="8576301" cy="103050"/>
            <a:chOff x="284163" y="1577847"/>
            <a:chExt cx="8576301" cy="137400"/>
          </a:xfrm>
        </p:grpSpPr>
        <p:sp>
          <p:nvSpPr>
            <p:cNvPr id="155" name="Google Shape;155;p28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28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bel"/>
              <a:buNone/>
              <a:defRPr b="0" i="0" sz="33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403412" y="1301353"/>
            <a:ext cx="3931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03412" y="1943100"/>
            <a:ext cx="393180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5755" lvl="0" marL="457200" marR="0" algn="l">
              <a:spcBef>
                <a:spcPts val="1560"/>
              </a:spcBef>
              <a:spcAft>
                <a:spcPts val="0"/>
              </a:spcAft>
              <a:buClr>
                <a:srgbClr val="A5A5A5"/>
              </a:buClr>
              <a:buSzPts val="1530"/>
              <a:buFont typeface="Noto Sans Symbols"/>
              <a:buChar char="↗"/>
              <a:defRPr b="0" i="0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40"/>
              <a:buFont typeface="Noto Sans Symbols"/>
              <a:buChar char="↗"/>
              <a:defRPr b="0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861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861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861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718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718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718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718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8"/>
          <p:cNvSpPr txBox="1"/>
          <p:nvPr>
            <p:ph idx="3" type="body"/>
          </p:nvPr>
        </p:nvSpPr>
        <p:spPr>
          <a:xfrm>
            <a:off x="4779495" y="1301353"/>
            <a:ext cx="3931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8"/>
          <p:cNvSpPr txBox="1"/>
          <p:nvPr>
            <p:ph idx="4" type="body"/>
          </p:nvPr>
        </p:nvSpPr>
        <p:spPr>
          <a:xfrm>
            <a:off x="4779495" y="1943100"/>
            <a:ext cx="393180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5755" lvl="0" marL="457200" marR="0" algn="l">
              <a:spcBef>
                <a:spcPts val="1560"/>
              </a:spcBef>
              <a:spcAft>
                <a:spcPts val="0"/>
              </a:spcAft>
              <a:buClr>
                <a:srgbClr val="A5A5A5"/>
              </a:buClr>
              <a:buSzPts val="1530"/>
              <a:buFont typeface="Noto Sans Symbols"/>
              <a:buChar char="↗"/>
              <a:defRPr b="0" i="0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40"/>
              <a:buFont typeface="Noto Sans Symbols"/>
              <a:buChar char="↗"/>
              <a:defRPr b="0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861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861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861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718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718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718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718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8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12" type="sldNum"/>
          </p:nvPr>
        </p:nvSpPr>
        <p:spPr>
          <a:xfrm>
            <a:off x="8306459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29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69" name="Google Shape;169;p29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9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9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29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bel"/>
              <a:buNone/>
              <a:defRPr b="0" i="0" sz="4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4330" lvl="0" marL="457200" marR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1980"/>
              <a:buFont typeface="Noto Sans Symbols"/>
              <a:buChar char="↗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↗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147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7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29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4330" lvl="0" marL="457200" marR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1980"/>
              <a:buFont typeface="Noto Sans Symbols"/>
              <a:buChar char="↗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↗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147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7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29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31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31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7" name="Google Shape;187;p31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33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" name="Google Shape;201;p3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4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36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3" name="Google Shape;21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7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38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38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3" name="Google Shape;223;p38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5" name="Google Shape;22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28" name="Google Shape;22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0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40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42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240" name="Google Shape;240;p42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42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42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42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4" name="Google Shape;244;p42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245" name="Google Shape;245;p42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2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2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3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43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251" name="Google Shape;251;p43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43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43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43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5" name="Google Shape;255;p43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256" name="Google Shape;256;p43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257" name="Google Shape;257;p43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3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3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0.xml.rels><?xml version="1.0" encoding="UTF-8" standalone="yes"?><Relationships xmlns="http://schemas.openxmlformats.org/package/2006/relationships"><Relationship Id="rId9001" Type="http://schemas.openxmlformats.org/officeDocument/2006/relationships/slideLayout" Target="../slideLayouts/slideLayout38.xml"/><Relationship Id="rId9003" Type="http://schemas.openxmlformats.org/officeDocument/2006/relationships/image" Target="../media/image13.jpg"/></Relationships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900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7"/>
          <p:cNvSpPr txBox="1"/>
          <p:nvPr/>
        </p:nvSpPr>
        <p:spPr>
          <a:xfrm>
            <a:off x="0" y="0"/>
            <a:ext cx="9144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  </a:t>
            </a:r>
            <a:r>
              <a:rPr lang="en" sz="4600">
                <a:solidFill>
                  <a:srgbClr val="FF0000"/>
                </a:solidFill>
                <a:highlight>
                  <a:srgbClr val="FFFF00"/>
                </a:highlight>
              </a:rPr>
              <a:t>❤️</a:t>
            </a:r>
            <a:r>
              <a:rPr b="1" lang="en" sz="3300"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2月份生日的家人們</a:t>
            </a:r>
            <a:r>
              <a:rPr lang="en" sz="4600">
                <a:solidFill>
                  <a:srgbClr val="FF0000"/>
                </a:solidFill>
                <a:highlight>
                  <a:srgbClr val="FFFF00"/>
                </a:highlight>
              </a:rPr>
              <a:t>❤️</a:t>
            </a:r>
            <a:r>
              <a:rPr lang="en" sz="4600"/>
              <a:t> </a:t>
            </a:r>
            <a:endParaRPr sz="4600">
              <a:solidFill>
                <a:srgbClr val="FF0000"/>
              </a:solidFill>
            </a:endParaRPr>
          </a:p>
        </p:txBody>
      </p:sp>
      <p:sp>
        <p:nvSpPr>
          <p:cNvPr id="399" name="Birthday Name 0"/>
          <p:cNvSpPr txBox="1"/>
          <p:nvPr/>
        </p:nvSpPr>
        <p:spPr>
          <a:xfrm>
            <a:off x="298800" y="920000"/>
            <a:ext cx="8500000" cy="2800000"/>
          </a:xfrm>
          <a:prstGeom prst="rect">
            <a:avLst/>
          </a:prstGeom>
          <a:noFill/>
        </p:spPr>
        <p:txBody>
          <a:bodyPr wrap="none" anchor="ctr" lIns="45720" rIns="45720" tIns="0" bIns="0">
            <a:noAutofit/>
          </a:bodyPr>
          <a:lstStyle/>
          <a:p>
            <a:pPr algn="ctr" fontAlgn="ctr">
              <a:buNone/>
            </a:pPr>
            <a:r>
              <a:rPr b="1" lang="en" sz="3600">
                <a:solidFill>
                  <a:srgbClr val="4C1130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 xml:space="preserve"> </a:t>
            </a:r>
            <a:endParaRPr b="1" sz="3600"/>
          </a:p>
        </p:txBody>
      </p:sp>
      <p:sp>
        <p:nvSpPr>
          <p:cNvPr id="400" name="Google Shape;400;p67"/>
          <p:cNvSpPr txBox="1"/>
          <p:nvPr/>
        </p:nvSpPr>
        <p:spPr>
          <a:xfrm>
            <a:off x="0" y="2037522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" name="Google Shape;401;p67"/>
          <p:cNvSpPr txBox="1"/>
          <p:nvPr/>
        </p:nvSpPr>
        <p:spPr>
          <a:xfrm>
            <a:off x="228325" y="3894775"/>
            <a:ext cx="4893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我們將在午餐聚會時禱告祝福</a:t>
            </a:r>
            <a:endParaRPr b="1" sz="2800">
              <a:solidFill>
                <a:srgbClr val="FF0000"/>
              </a:solidFill>
              <a:highlight>
                <a:schemeClr val="dk1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 唱生日歌與享用生日蛋糕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