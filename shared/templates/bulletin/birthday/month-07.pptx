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5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0" r:id="rId75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5" Type="http://schemas.openxmlformats.org/officeDocument/2006/relationships/slide" Target="slides/slide45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5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7月份生日的家人們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