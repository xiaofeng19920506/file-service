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  <Override PartName="/ppt/slides/slide42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8" r:id="rId5"/>
    <p:sldMasterId id="2147483689" r:id="rId6"/>
    <p:sldMasterId id="2147483690" r:id="rId7"/>
  </p:sldMasterIdLst>
  <p:notesMasterIdLst>
    <p:notesMasterId r:id="rId8"/>
  </p:notesMasterIdLst>
  <p:sldIdLst>
    <p:sldId id="297" r:id="rId72"/>
  </p:sldIdLst>
  <p:sldSz cy="5143500" cx="9144000"/>
  <p:notesSz cx="6858000" cy="9144000"/>
  <p:embeddedFontLst>
    <p:embeddedFont>
      <p:font typeface="Roboto Slab"/>
      <p:regular r:id="rId47"/>
      <p:bold r:id="rId48"/>
    </p:embeddedFont>
    <p:embeddedFont>
      <p:font typeface="Pinyon Script"/>
      <p:regular r:id="rId49"/>
    </p:embeddedFont>
    <p:embeddedFont>
      <p:font typeface="Roboto"/>
      <p:regular r:id="rId50"/>
      <p:bold r:id="rId51"/>
      <p:italic r:id="rId52"/>
      <p:boldItalic r:id="rId53"/>
    </p:embeddedFont>
    <p:embeddedFont>
      <p:font typeface="Playfair Display"/>
      <p:regular r:id="rId54"/>
      <p:bold r:id="rId55"/>
      <p:italic r:id="rId56"/>
      <p:boldItalic r:id="rId57"/>
    </p:embeddedFont>
    <p:embeddedFont>
      <p:font typeface="Lato"/>
      <p:regular r:id="rId58"/>
      <p:bold r:id="rId59"/>
      <p:italic r:id="rId60"/>
      <p:boldItalic r:id="rId61"/>
    </p:embeddedFont>
    <p:embeddedFont>
      <p:font typeface="Great Vibes"/>
      <p:regular r:id="rId62"/>
    </p:embeddedFont>
    <p:embeddedFont>
      <p:font typeface="Corbel"/>
      <p:regular r:id="rId63"/>
      <p:bold r:id="rId64"/>
      <p:italic r:id="rId65"/>
      <p:boldItalic r:id="rId66"/>
    </p:embeddedFont>
    <p:embeddedFont>
      <p:font typeface="Lexend Deca"/>
      <p:regular r:id="rId67"/>
      <p:bold r:id="rId6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  <p15:guide id="3" pos="180">
          <p15:clr>
            <a:srgbClr val="9AA0A6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Siting Zhou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  <p:guide pos="1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commentAuthors" Target="commentAuthors.xml"/><Relationship Id="rId48" Type="http://schemas.openxmlformats.org/officeDocument/2006/relationships/font" Target="fonts/RobotoSlab-bold.fntdata"/><Relationship Id="rId47" Type="http://schemas.openxmlformats.org/officeDocument/2006/relationships/font" Target="fonts/RobotoSlab-regular.fntdata"/><Relationship Id="rId49" Type="http://schemas.openxmlformats.org/officeDocument/2006/relationships/font" Target="fonts/PinyonScript-regular.fntdata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slideMaster" Target="slideMasters/slideMaster3.xml"/><Relationship Id="rId8" Type="http://schemas.openxmlformats.org/officeDocument/2006/relationships/notesMaster" Target="notesMasters/notesMaster1.xml"/><Relationship Id="rId62" Type="http://schemas.openxmlformats.org/officeDocument/2006/relationships/font" Target="fonts/GreatVibes-regular.fntdata"/><Relationship Id="rId61" Type="http://schemas.openxmlformats.org/officeDocument/2006/relationships/font" Target="fonts/Lato-boldItalic.fntdata"/><Relationship Id="rId64" Type="http://schemas.openxmlformats.org/officeDocument/2006/relationships/font" Target="fonts/Corbel-bold.fntdata"/><Relationship Id="rId63" Type="http://schemas.openxmlformats.org/officeDocument/2006/relationships/font" Target="fonts/Corbel-regular.fntdata"/><Relationship Id="rId66" Type="http://schemas.openxmlformats.org/officeDocument/2006/relationships/font" Target="fonts/Corbel-boldItalic.fntdata"/><Relationship Id="rId65" Type="http://schemas.openxmlformats.org/officeDocument/2006/relationships/font" Target="fonts/Corbel-italic.fntdata"/><Relationship Id="rId68" Type="http://schemas.openxmlformats.org/officeDocument/2006/relationships/font" Target="fonts/LexendDeca-bold.fntdata"/><Relationship Id="rId67" Type="http://schemas.openxmlformats.org/officeDocument/2006/relationships/font" Target="fonts/LexendDeca-regular.fntdata"/><Relationship Id="rId60" Type="http://schemas.openxmlformats.org/officeDocument/2006/relationships/font" Target="fonts/Lato-italic.fntdata"/><Relationship Id="rId51" Type="http://schemas.openxmlformats.org/officeDocument/2006/relationships/font" Target="fonts/Roboto-bold.fntdata"/><Relationship Id="rId50" Type="http://schemas.openxmlformats.org/officeDocument/2006/relationships/font" Target="fonts/Roboto-regular.fntdata"/><Relationship Id="rId53" Type="http://schemas.openxmlformats.org/officeDocument/2006/relationships/font" Target="fonts/Roboto-boldItalic.fntdata"/><Relationship Id="rId52" Type="http://schemas.openxmlformats.org/officeDocument/2006/relationships/font" Target="fonts/Roboto-italic.fntdata"/><Relationship Id="rId55" Type="http://schemas.openxmlformats.org/officeDocument/2006/relationships/font" Target="fonts/PlayfairDisplay-bold.fntdata"/><Relationship Id="rId54" Type="http://schemas.openxmlformats.org/officeDocument/2006/relationships/font" Target="fonts/PlayfairDisplay-regular.fntdata"/><Relationship Id="rId57" Type="http://schemas.openxmlformats.org/officeDocument/2006/relationships/font" Target="fonts/PlayfairDisplay-boldItalic.fntdata"/><Relationship Id="rId56" Type="http://schemas.openxmlformats.org/officeDocument/2006/relationships/font" Target="fonts/PlayfairDisplay-italic.fntdata"/><Relationship Id="rId59" Type="http://schemas.openxmlformats.org/officeDocument/2006/relationships/font" Target="fonts/Lato-bold.fntdata"/><Relationship Id="rId58" Type="http://schemas.openxmlformats.org/officeDocument/2006/relationships/font" Target="fonts/Lato-regular.fntdata"/><Relationship Id="rId72" Type="http://schemas.openxmlformats.org/officeDocument/2006/relationships/slide" Target="slides/slide42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6-13T01:59:55.049">
    <p:pos x="0" y="0"/>
    <p:text>@georgelu777@gmail.com,
@glu777@yahoo.com
_Assigned to georgelu777@gmail.com_</p:tex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2" name="Google Shape;12;p2"/>
          <p:cNvCxnSpPr/>
          <p:nvPr/>
        </p:nvCxnSpPr>
        <p:spPr>
          <a:xfrm>
            <a:off x="733219" y="2235351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" name="Google Shape;13;p2"/>
          <p:cNvSpPr txBox="1"/>
          <p:nvPr>
            <p:ph type="ctrTitle"/>
          </p:nvPr>
        </p:nvSpPr>
        <p:spPr>
          <a:xfrm>
            <a:off x="630600" y="136800"/>
            <a:ext cx="7893000" cy="185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4" name="Google Shape;14;p2"/>
          <p:cNvSpPr txBox="1"/>
          <p:nvPr>
            <p:ph idx="1" type="subTitle"/>
          </p:nvPr>
        </p:nvSpPr>
        <p:spPr>
          <a:xfrm>
            <a:off x="630600" y="3228375"/>
            <a:ext cx="7893000" cy="1274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1pPr>
            <a:lvl2pPr lvl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2pPr>
            <a:lvl3pPr lvl="2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3pPr>
            <a:lvl4pPr lvl="3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4pPr>
            <a:lvl5pPr lvl="4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5pPr>
            <a:lvl6pPr lvl="5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6pPr>
            <a:lvl7pPr lvl="6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7pPr>
            <a:lvl8pPr lvl="7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8pPr>
            <a:lvl9pPr lvl="8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5" name="Google Shape;15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3"/>
          <p:cNvSpPr txBox="1"/>
          <p:nvPr>
            <p:ph type="title"/>
          </p:nvPr>
        </p:nvSpPr>
        <p:spPr>
          <a:xfrm>
            <a:off x="509550" y="1921350"/>
            <a:ext cx="8124900" cy="130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/>
          <p:nvPr/>
        </p:nvSpPr>
        <p:spPr>
          <a:xfrm>
            <a:off x="-125" y="5045700"/>
            <a:ext cx="9144000" cy="978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3" name="Google Shape;23;p4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" name="Google Shape;24;p4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" name="Google Shape;28;p5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" name="Google Shape;29;p5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idx="1" type="body"/>
          </p:nvPr>
        </p:nvSpPr>
        <p:spPr>
          <a:xfrm>
            <a:off x="3117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5"/>
          <p:cNvSpPr txBox="1"/>
          <p:nvPr>
            <p:ph idx="2" type="body"/>
          </p:nvPr>
        </p:nvSpPr>
        <p:spPr>
          <a:xfrm>
            <a:off x="48324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Google Shape;37;p7"/>
          <p:cNvCxnSpPr/>
          <p:nvPr/>
        </p:nvCxnSpPr>
        <p:spPr>
          <a:xfrm>
            <a:off x="411044" y="1417772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8" name="Google Shape;38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9" name="Google Shape;39;p7"/>
          <p:cNvSpPr txBox="1"/>
          <p:nvPr>
            <p:ph idx="1" type="body"/>
          </p:nvPr>
        </p:nvSpPr>
        <p:spPr>
          <a:xfrm>
            <a:off x="311700" y="1640350"/>
            <a:ext cx="2808000" cy="292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0" name="Google Shape;40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8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5" name="Google Shape;45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9"/>
          <p:cNvSpPr/>
          <p:nvPr/>
        </p:nvSpPr>
        <p:spPr>
          <a:xfrm>
            <a:off x="4572000" y="-10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8" name="Google Shape;48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" name="Google Shape;49;p9"/>
          <p:cNvSpPr txBox="1"/>
          <p:nvPr>
            <p:ph type="title"/>
          </p:nvPr>
        </p:nvSpPr>
        <p:spPr>
          <a:xfrm>
            <a:off x="265500" y="1084625"/>
            <a:ext cx="4045200" cy="1707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50" name="Google Shape;50;p9"/>
          <p:cNvSpPr txBox="1"/>
          <p:nvPr>
            <p:ph idx="1" type="subTitle"/>
          </p:nvPr>
        </p:nvSpPr>
        <p:spPr>
          <a:xfrm>
            <a:off x="265500" y="2845200"/>
            <a:ext cx="4045200" cy="142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51" name="Google Shape;51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52" name="Google Shape;52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55" name="Google Shape;55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1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1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11"/>
          <p:cNvSpPr txBox="1"/>
          <p:nvPr>
            <p:ph hasCustomPrompt="1" type="title"/>
          </p:nvPr>
        </p:nvSpPr>
        <p:spPr>
          <a:xfrm>
            <a:off x="586725" y="1353788"/>
            <a:ext cx="79707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/>
          <p:nvPr>
            <p:ph idx="1" type="body"/>
          </p:nvPr>
        </p:nvSpPr>
        <p:spPr>
          <a:xfrm>
            <a:off x="586725" y="2968388"/>
            <a:ext cx="79707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1" name="Google Shape;61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3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6" name="Google Shape;66;p13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67" name="Google Shape;67;p13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" name="Google Shape;68;p13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" name="Google Shape;69;p13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0" name="Google Shape;70;p13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71" name="Google Shape;71;p13"/>
          <p:cNvSpPr txBox="1"/>
          <p:nvPr>
            <p:ph idx="1" type="body"/>
          </p:nvPr>
        </p:nvSpPr>
        <p:spPr>
          <a:xfrm>
            <a:off x="1781504" y="1600200"/>
            <a:ext cx="7076700" cy="29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31470" lvl="0" marL="457200" algn="l">
              <a:spcBef>
                <a:spcPts val="2000"/>
              </a:spcBef>
              <a:spcAft>
                <a:spcPts val="0"/>
              </a:spcAft>
              <a:buSzPts val="1620"/>
              <a:buChar char="●"/>
              <a:defRPr/>
            </a:lvl1pPr>
            <a:lvl2pPr indent="-331470" lvl="1" marL="9144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/>
            </a:lvl9pPr>
          </a:lstStyle>
          <a:p/>
        </p:txBody>
      </p:sp>
      <p:sp>
        <p:nvSpPr>
          <p:cNvPr id="72" name="Google Shape;72;p13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3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3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4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7" name="Google Shape;77;p14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78" name="Google Shape;78;p14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" name="Google Shape;79;p14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" name="Google Shape;80;p14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1" name="Google Shape;81;p14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82" name="Google Shape;82;p14"/>
          <p:cNvSpPr txBox="1"/>
          <p:nvPr>
            <p:ph idx="1" type="body"/>
          </p:nvPr>
        </p:nvSpPr>
        <p:spPr>
          <a:xfrm>
            <a:off x="403412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83" name="Google Shape;83;p14"/>
          <p:cNvSpPr txBox="1"/>
          <p:nvPr>
            <p:ph idx="2" type="body"/>
          </p:nvPr>
        </p:nvSpPr>
        <p:spPr>
          <a:xfrm>
            <a:off x="4778188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84" name="Google Shape;84;p14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14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4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/>
          <p:nvPr/>
        </p:nvSpPr>
        <p:spPr>
          <a:xfrm>
            <a:off x="1524800" y="672606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93" name="Google Shape;93;p16"/>
          <p:cNvSpPr/>
          <p:nvPr/>
        </p:nvSpPr>
        <p:spPr>
          <a:xfrm rot="10800000">
            <a:off x="6537563" y="33429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accent5"/>
            </a:solidFill>
            <a:prstDash val="solid"/>
            <a:miter lim="8000"/>
            <a:headEnd len="sm" w="sm" type="none"/>
            <a:tailEnd len="sm" w="sm" type="none"/>
          </a:ln>
        </p:spPr>
      </p:sp>
      <p:cxnSp>
        <p:nvCxnSpPr>
          <p:cNvPr id="94" name="Google Shape;94;p16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5" name="Google Shape;95;p16"/>
          <p:cNvSpPr txBox="1"/>
          <p:nvPr>
            <p:ph type="ctrTitle"/>
          </p:nvPr>
        </p:nvSpPr>
        <p:spPr>
          <a:xfrm>
            <a:off x="1680302" y="1188925"/>
            <a:ext cx="5783400" cy="1457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96" name="Google Shape;96;p16"/>
          <p:cNvSpPr txBox="1"/>
          <p:nvPr>
            <p:ph idx="1" type="subTitle"/>
          </p:nvPr>
        </p:nvSpPr>
        <p:spPr>
          <a:xfrm>
            <a:off x="1680302" y="3049450"/>
            <a:ext cx="5783400" cy="90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97" name="Google Shape;97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9" name="Google Shape;99;p17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0" name="Google Shape;100;p17"/>
          <p:cNvSpPr txBox="1"/>
          <p:nvPr>
            <p:ph type="title"/>
          </p:nvPr>
        </p:nvSpPr>
        <p:spPr>
          <a:xfrm>
            <a:off x="480750" y="1764950"/>
            <a:ext cx="8222100" cy="907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01" name="Google Shape;101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Google Shape;103;p18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" name="Google Shape;104;p18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05" name="Google Shape;105;p18"/>
          <p:cNvSpPr txBox="1"/>
          <p:nvPr>
            <p:ph idx="1" type="body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06" name="Google Shape;106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8" name="Google Shape;108;p19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9" name="Google Shape;109;p19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0" name="Google Shape;110;p19"/>
          <p:cNvSpPr txBox="1"/>
          <p:nvPr>
            <p:ph idx="1" type="body"/>
          </p:nvPr>
        </p:nvSpPr>
        <p:spPr>
          <a:xfrm>
            <a:off x="387900" y="1489825"/>
            <a:ext cx="39999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1" name="Google Shape;111;p19"/>
          <p:cNvSpPr txBox="1"/>
          <p:nvPr>
            <p:ph idx="2" type="body"/>
          </p:nvPr>
        </p:nvSpPr>
        <p:spPr>
          <a:xfrm>
            <a:off x="4756200" y="1489825"/>
            <a:ext cx="3999900" cy="30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12" name="Google Shape;112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0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5" name="Google Shape;115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7" name="Google Shape;117;p21"/>
          <p:cNvCxnSpPr/>
          <p:nvPr/>
        </p:nvCxnSpPr>
        <p:spPr>
          <a:xfrm>
            <a:off x="489218" y="1412277"/>
            <a:ext cx="331500" cy="0"/>
          </a:xfrm>
          <a:prstGeom prst="straightConnector1">
            <a:avLst/>
          </a:prstGeom>
          <a:noFill/>
          <a:ln cap="flat" cmpd="sng" w="381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8" name="Google Shape;118;p21"/>
          <p:cNvSpPr txBox="1"/>
          <p:nvPr>
            <p:ph type="title"/>
          </p:nvPr>
        </p:nvSpPr>
        <p:spPr>
          <a:xfrm>
            <a:off x="3879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19" name="Google Shape;119;p21"/>
          <p:cNvSpPr txBox="1"/>
          <p:nvPr>
            <p:ph idx="1" type="body"/>
          </p:nvPr>
        </p:nvSpPr>
        <p:spPr>
          <a:xfrm>
            <a:off x="387900" y="1594025"/>
            <a:ext cx="2808000" cy="268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20" name="Google Shape;120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2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23" name="Google Shape;123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3"/>
          <p:cNvSpPr/>
          <p:nvPr/>
        </p:nvSpPr>
        <p:spPr>
          <a:xfrm>
            <a:off x="4572000" y="-7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26" name="Google Shape;126;p23"/>
          <p:cNvCxnSpPr/>
          <p:nvPr/>
        </p:nvCxnSpPr>
        <p:spPr>
          <a:xfrm>
            <a:off x="5029675" y="4495503"/>
            <a:ext cx="540900" cy="0"/>
          </a:xfrm>
          <a:prstGeom prst="straightConnector1">
            <a:avLst/>
          </a:prstGeom>
          <a:noFill/>
          <a:ln cap="flat" cmpd="sng" w="381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7" name="Google Shape;127;p23"/>
          <p:cNvSpPr txBox="1"/>
          <p:nvPr>
            <p:ph type="title"/>
          </p:nvPr>
        </p:nvSpPr>
        <p:spPr>
          <a:xfrm>
            <a:off x="265500" y="1209075"/>
            <a:ext cx="4045200" cy="1506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128" name="Google Shape;128;p23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9pPr>
          </a:lstStyle>
          <a:p/>
        </p:txBody>
      </p:sp>
      <p:sp>
        <p:nvSpPr>
          <p:cNvPr id="129" name="Google Shape;129;p23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0" name="Google Shape;130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4"/>
          <p:cNvSpPr txBox="1"/>
          <p:nvPr>
            <p:ph idx="1" type="body"/>
          </p:nvPr>
        </p:nvSpPr>
        <p:spPr>
          <a:xfrm>
            <a:off x="319500" y="42337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oboto Slab"/>
              <a:buNone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/>
        </p:txBody>
      </p:sp>
      <p:sp>
        <p:nvSpPr>
          <p:cNvPr id="133" name="Google Shape;133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5"/>
          <p:cNvSpPr/>
          <p:nvPr/>
        </p:nvSpPr>
        <p:spPr>
          <a:xfrm>
            <a:off x="150" y="5076825"/>
            <a:ext cx="9143700" cy="6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25"/>
          <p:cNvSpPr txBox="1"/>
          <p:nvPr>
            <p:ph hasCustomPrompt="1" type="title"/>
          </p:nvPr>
        </p:nvSpPr>
        <p:spPr>
          <a:xfrm>
            <a:off x="387900" y="1152450"/>
            <a:ext cx="83682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7" name="Google Shape;137;p25"/>
          <p:cNvSpPr txBox="1"/>
          <p:nvPr>
            <p:ph idx="1" type="body"/>
          </p:nvPr>
        </p:nvSpPr>
        <p:spPr>
          <a:xfrm>
            <a:off x="387900" y="2919450"/>
            <a:ext cx="83682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8" name="Google Shape;138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7"/>
          <p:cNvSpPr/>
          <p:nvPr/>
        </p:nvSpPr>
        <p:spPr>
          <a:xfrm>
            <a:off x="284164" y="341831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35650" lIns="71300" spcFirstLastPara="1" rIns="71300" wrap="square" tIns="356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43" name="Google Shape;143;p27"/>
          <p:cNvGrpSpPr/>
          <p:nvPr/>
        </p:nvGrpSpPr>
        <p:grpSpPr>
          <a:xfrm>
            <a:off x="284164" y="1183388"/>
            <a:ext cx="8576301" cy="103050"/>
            <a:chOff x="284163" y="1577847"/>
            <a:chExt cx="8576301" cy="137400"/>
          </a:xfrm>
        </p:grpSpPr>
        <p:sp>
          <p:nvSpPr>
            <p:cNvPr id="144" name="Google Shape;144;p27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5" name="Google Shape;145;p27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6" name="Google Shape;146;p27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7" name="Google Shape;147;p27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orbel"/>
              <a:buNone/>
              <a:defRPr b="0" i="0" sz="3300" u="none" cap="none" strike="noStrik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2pPr>
            <a:lvl3pPr indent="0" lvl="2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3pPr>
            <a:lvl4pPr indent="0" lvl="3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4pPr>
            <a:lvl5pPr indent="0" lvl="4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5pPr>
            <a:lvl6pPr indent="0" lvl="5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6pPr>
            <a:lvl7pPr indent="0" lvl="6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7pPr>
            <a:lvl8pPr indent="0" lvl="7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8pPr>
            <a:lvl9pPr indent="0" lvl="8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9pPr>
          </a:lstStyle>
          <a:p/>
        </p:txBody>
      </p:sp>
      <p:sp>
        <p:nvSpPr>
          <p:cNvPr id="148" name="Google Shape;148;p27"/>
          <p:cNvSpPr txBox="1"/>
          <p:nvPr>
            <p:ph idx="1" type="body"/>
          </p:nvPr>
        </p:nvSpPr>
        <p:spPr>
          <a:xfrm>
            <a:off x="1781504" y="1600201"/>
            <a:ext cx="7076700" cy="29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37185" lvl="0" marL="457200" marR="0" algn="l">
              <a:spcBef>
                <a:spcPts val="1560"/>
              </a:spcBef>
              <a:spcAft>
                <a:spcPts val="0"/>
              </a:spcAft>
              <a:buClr>
                <a:srgbClr val="A5A5A5"/>
              </a:buClr>
              <a:buSzPts val="1710"/>
              <a:buFont typeface="Noto Sans Symbols"/>
              <a:buChar char="↗"/>
              <a:defRPr b="0" i="0" sz="19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25755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530"/>
              <a:buFont typeface="Noto Sans Symbols"/>
              <a:buChar char="↗"/>
              <a:defRPr b="0" i="0" sz="17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004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40"/>
              <a:buFont typeface="Noto Sans Symbols"/>
              <a:buChar char="↗"/>
              <a:defRPr b="0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861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861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0861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0861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0861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0861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9" name="Google Shape;149;p27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1" sz="9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1016" lvl="1" marL="35661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032" lvl="2" marL="71323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48" lvl="3" marL="106984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064" lvl="4" marL="142646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5080" lvl="5" marL="178308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6096" lvl="6" marL="213969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7112" lvl="7" marL="249631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128" lvl="8" marL="285292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7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9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1016" lvl="1" marL="35661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032" lvl="2" marL="71323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48" lvl="3" marL="106984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064" lvl="4" marL="142646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5080" lvl="5" marL="178308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6096" lvl="6" marL="213969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7112" lvl="7" marL="249631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128" lvl="8" marL="285292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27"/>
          <p:cNvSpPr txBox="1"/>
          <p:nvPr>
            <p:ph idx="12" type="sldNum"/>
          </p:nvPr>
        </p:nvSpPr>
        <p:spPr>
          <a:xfrm>
            <a:off x="8306459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5650" lIns="71300" spcFirstLastPara="1" rIns="71300" wrap="square" tIns="3565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8"/>
          <p:cNvSpPr/>
          <p:nvPr/>
        </p:nvSpPr>
        <p:spPr>
          <a:xfrm>
            <a:off x="284164" y="341831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35650" lIns="71300" spcFirstLastPara="1" rIns="71300" wrap="square" tIns="356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54" name="Google Shape;154;p28"/>
          <p:cNvGrpSpPr/>
          <p:nvPr/>
        </p:nvGrpSpPr>
        <p:grpSpPr>
          <a:xfrm>
            <a:off x="284164" y="1183388"/>
            <a:ext cx="8576301" cy="103050"/>
            <a:chOff x="284163" y="1577847"/>
            <a:chExt cx="8576301" cy="137400"/>
          </a:xfrm>
        </p:grpSpPr>
        <p:sp>
          <p:nvSpPr>
            <p:cNvPr id="155" name="Google Shape;155;p28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6" name="Google Shape;156;p28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7" name="Google Shape;157;p28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8" name="Google Shape;158;p28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orbel"/>
              <a:buNone/>
              <a:defRPr b="0" i="0" sz="3300" u="none" cap="none" strike="noStrik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2pPr>
            <a:lvl3pPr indent="0" lvl="2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3pPr>
            <a:lvl4pPr indent="0" lvl="3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4pPr>
            <a:lvl5pPr indent="0" lvl="4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5pPr>
            <a:lvl6pPr indent="0" lvl="5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6pPr>
            <a:lvl7pPr indent="0" lvl="6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7pPr>
            <a:lvl8pPr indent="0" lvl="7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8pPr>
            <a:lvl9pPr indent="0" lvl="8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9pPr>
          </a:lstStyle>
          <a:p/>
        </p:txBody>
      </p:sp>
      <p:sp>
        <p:nvSpPr>
          <p:cNvPr id="159" name="Google Shape;159;p28"/>
          <p:cNvSpPr txBox="1"/>
          <p:nvPr>
            <p:ph idx="1" type="body"/>
          </p:nvPr>
        </p:nvSpPr>
        <p:spPr>
          <a:xfrm>
            <a:off x="403412" y="1301353"/>
            <a:ext cx="3931800" cy="625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-228600" lvl="0" marL="457200" marR="0" algn="ctr">
              <a:lnSpc>
                <a:spcPct val="100000"/>
              </a:lnSpc>
              <a:spcBef>
                <a:spcPts val="468"/>
              </a:spcBef>
              <a:spcAft>
                <a:spcPts val="0"/>
              </a:spcAft>
              <a:buClr>
                <a:srgbClr val="A5A5A5"/>
              </a:buClr>
              <a:buSzPts val="1800"/>
              <a:buFont typeface="Noto Sans Symbols"/>
              <a:buNone/>
              <a:defRPr b="0" i="0" sz="20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0" name="Google Shape;160;p28"/>
          <p:cNvSpPr txBox="1"/>
          <p:nvPr>
            <p:ph idx="2" type="body"/>
          </p:nvPr>
        </p:nvSpPr>
        <p:spPr>
          <a:xfrm>
            <a:off x="403412" y="1943100"/>
            <a:ext cx="3931800" cy="26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5755" lvl="0" marL="457200" marR="0" algn="l">
              <a:spcBef>
                <a:spcPts val="1560"/>
              </a:spcBef>
              <a:spcAft>
                <a:spcPts val="0"/>
              </a:spcAft>
              <a:buClr>
                <a:srgbClr val="A5A5A5"/>
              </a:buClr>
              <a:buSzPts val="1530"/>
              <a:buFont typeface="Noto Sans Symbols"/>
              <a:buChar char="↗"/>
              <a:defRPr b="0" i="0" sz="17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2004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40"/>
              <a:buFont typeface="Noto Sans Symbols"/>
              <a:buChar char="↗"/>
              <a:defRPr b="0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0861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861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861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718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718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718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718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1" name="Google Shape;161;p28"/>
          <p:cNvSpPr txBox="1"/>
          <p:nvPr>
            <p:ph idx="3" type="body"/>
          </p:nvPr>
        </p:nvSpPr>
        <p:spPr>
          <a:xfrm>
            <a:off x="4779495" y="1301353"/>
            <a:ext cx="3931800" cy="625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indent="-228600" lvl="0" marL="457200" marR="0" algn="ctr">
              <a:lnSpc>
                <a:spcPct val="100000"/>
              </a:lnSpc>
              <a:spcBef>
                <a:spcPts val="468"/>
              </a:spcBef>
              <a:spcAft>
                <a:spcPts val="0"/>
              </a:spcAft>
              <a:buClr>
                <a:srgbClr val="A5A5A5"/>
              </a:buClr>
              <a:buSzPts val="1800"/>
              <a:buFont typeface="Noto Sans Symbols"/>
              <a:buNone/>
              <a:defRPr b="0" i="0" sz="2000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400"/>
              <a:buFont typeface="Noto Sans Symbols"/>
              <a:buNone/>
              <a:defRPr b="1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2" name="Google Shape;162;p28"/>
          <p:cNvSpPr txBox="1"/>
          <p:nvPr>
            <p:ph idx="4" type="body"/>
          </p:nvPr>
        </p:nvSpPr>
        <p:spPr>
          <a:xfrm>
            <a:off x="4779495" y="1943100"/>
            <a:ext cx="3931800" cy="26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5755" lvl="0" marL="457200" marR="0" algn="l">
              <a:spcBef>
                <a:spcPts val="1560"/>
              </a:spcBef>
              <a:spcAft>
                <a:spcPts val="0"/>
              </a:spcAft>
              <a:buClr>
                <a:srgbClr val="A5A5A5"/>
              </a:buClr>
              <a:buSzPts val="1530"/>
              <a:buFont typeface="Noto Sans Symbols"/>
              <a:buChar char="↗"/>
              <a:defRPr b="0" i="0" sz="17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2004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440"/>
              <a:buFont typeface="Noto Sans Symbols"/>
              <a:buChar char="↗"/>
              <a:defRPr b="0" i="0" sz="16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0861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861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0861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260"/>
              <a:buFont typeface="Noto Sans Symbols"/>
              <a:buChar char="↗"/>
              <a:defRPr b="0" i="0" sz="14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718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718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718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718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080"/>
              <a:buFont typeface="Noto Sans Symbols"/>
              <a:buChar char="↗"/>
              <a:defRPr b="0" i="0" sz="1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3" name="Google Shape;163;p28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1" sz="9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1016" lvl="1" marL="35661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032" lvl="2" marL="71323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48" lvl="3" marL="106984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064" lvl="4" marL="142646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5080" lvl="5" marL="178308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6096" lvl="6" marL="213969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7112" lvl="7" marL="249631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128" lvl="8" marL="285292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4" name="Google Shape;164;p28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9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1016" lvl="1" marL="35661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032" lvl="2" marL="71323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048" lvl="3" marL="106984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064" lvl="4" marL="1426464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5080" lvl="5" marL="178308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6096" lvl="6" marL="2139696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7112" lvl="7" marL="2496312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8128" lvl="8" marL="2852928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28"/>
          <p:cNvSpPr txBox="1"/>
          <p:nvPr>
            <p:ph idx="12" type="sldNum"/>
          </p:nvPr>
        </p:nvSpPr>
        <p:spPr>
          <a:xfrm>
            <a:off x="8306459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5650" lIns="71300" spcFirstLastPara="1" rIns="71300" wrap="square" tIns="3565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1" sz="11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9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8" name="Google Shape;168;p29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169" name="Google Shape;169;p29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0" name="Google Shape;170;p29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1" name="Google Shape;171;p29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2" name="Google Shape;172;p29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orbel"/>
              <a:buNone/>
              <a:defRPr b="0" i="0" sz="4200" u="none" cap="none" strike="noStrike">
                <a:solidFill>
                  <a:schemeClr val="lt1"/>
                </a:solidFill>
                <a:latin typeface="Corbel"/>
                <a:ea typeface="Corbel"/>
                <a:cs typeface="Corbel"/>
                <a:sym typeface="Corbel"/>
              </a:defRPr>
            </a:lvl1pPr>
            <a:lvl2pPr indent="0" lvl="1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2pPr>
            <a:lvl3pPr indent="0" lvl="2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3pPr>
            <a:lvl4pPr indent="0" lvl="3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4pPr>
            <a:lvl5pPr indent="0" lvl="4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5pPr>
            <a:lvl6pPr indent="0" lvl="5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6pPr>
            <a:lvl7pPr indent="0" lvl="6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7pPr>
            <a:lvl8pPr indent="0" lvl="7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8pPr>
            <a:lvl9pPr indent="0" lvl="8">
              <a:spcBef>
                <a:spcPts val="0"/>
              </a:spcBef>
              <a:spcAft>
                <a:spcPts val="0"/>
              </a:spcAft>
              <a:buSzPts val="3000"/>
              <a:buNone/>
              <a:defRPr sz="1800"/>
            </a:lvl9pPr>
          </a:lstStyle>
          <a:p/>
        </p:txBody>
      </p:sp>
      <p:sp>
        <p:nvSpPr>
          <p:cNvPr id="173" name="Google Shape;173;p29"/>
          <p:cNvSpPr txBox="1"/>
          <p:nvPr>
            <p:ph idx="1" type="body"/>
          </p:nvPr>
        </p:nvSpPr>
        <p:spPr>
          <a:xfrm>
            <a:off x="403412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4330" lvl="0" marL="457200" marR="0" algn="l">
              <a:spcBef>
                <a:spcPts val="2000"/>
              </a:spcBef>
              <a:spcAft>
                <a:spcPts val="0"/>
              </a:spcAft>
              <a:buClr>
                <a:srgbClr val="A5A5A5"/>
              </a:buClr>
              <a:buSzPts val="1980"/>
              <a:buFont typeface="Noto Sans Symbols"/>
              <a:buChar char="↗"/>
              <a:defRPr b="0" i="0" sz="2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Noto Sans Symbols"/>
              <a:buChar char="↗"/>
              <a:defRPr b="0" i="0" sz="20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3147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3147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3147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3147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3147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3147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3147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4" name="Google Shape;174;p29"/>
          <p:cNvSpPr txBox="1"/>
          <p:nvPr>
            <p:ph idx="2" type="body"/>
          </p:nvPr>
        </p:nvSpPr>
        <p:spPr>
          <a:xfrm>
            <a:off x="4778188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4330" lvl="0" marL="457200" marR="0" algn="l">
              <a:spcBef>
                <a:spcPts val="2000"/>
              </a:spcBef>
              <a:spcAft>
                <a:spcPts val="0"/>
              </a:spcAft>
              <a:buClr>
                <a:srgbClr val="A5A5A5"/>
              </a:buClr>
              <a:buSzPts val="1980"/>
              <a:buFont typeface="Noto Sans Symbols"/>
              <a:buChar char="↗"/>
              <a:defRPr b="0" i="0" sz="22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Noto Sans Symbols"/>
              <a:buChar char="↗"/>
              <a:defRPr b="0" i="0" sz="20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31470" lvl="2" marL="13716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31470" lvl="3" marL="18288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31470" lvl="4" marL="22860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31470" lvl="5" marL="27432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31470" lvl="6" marL="3200400" marR="0" algn="l">
              <a:spcBef>
                <a:spcPts val="1600"/>
              </a:spcBef>
              <a:spcAft>
                <a:spcPts val="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31470" lvl="7" marL="3657600" marR="0" algn="l">
              <a:spcBef>
                <a:spcPts val="1600"/>
              </a:spcBef>
              <a:spcAft>
                <a:spcPts val="0"/>
              </a:spcAft>
              <a:buClr>
                <a:srgbClr val="3F3F3F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31470" lvl="8" marL="4114800" marR="0" algn="l">
              <a:spcBef>
                <a:spcPts val="1600"/>
              </a:spcBef>
              <a:spcAft>
                <a:spcPts val="1600"/>
              </a:spcAft>
              <a:buClr>
                <a:srgbClr val="A5A5A5"/>
              </a:buClr>
              <a:buSzPts val="1620"/>
              <a:buFont typeface="Noto Sans Symbols"/>
              <a:buChar char="↗"/>
              <a:defRPr b="0" i="0" sz="1800" u="none" cap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5" name="Google Shape;175;p29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1" sz="11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457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914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1371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1828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22860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2743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3200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3657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6" name="Google Shape;176;p29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1100">
                <a:solidFill>
                  <a:srgbClr val="A5A5A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457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914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1371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18288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22860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27432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32004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3657600"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7" name="Google Shape;177;p29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spcBef>
                <a:spcPts val="0"/>
              </a:spcBef>
              <a:buNone/>
              <a:defRPr b="1" sz="1400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1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31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85" name="Google Shape;185;p31"/>
          <p:cNvCxnSpPr/>
          <p:nvPr/>
        </p:nvCxnSpPr>
        <p:spPr>
          <a:xfrm>
            <a:off x="733219" y="2235351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6" name="Google Shape;186;p31"/>
          <p:cNvSpPr txBox="1"/>
          <p:nvPr>
            <p:ph type="ctrTitle"/>
          </p:nvPr>
        </p:nvSpPr>
        <p:spPr>
          <a:xfrm>
            <a:off x="630600" y="136800"/>
            <a:ext cx="7893000" cy="1853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100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87" name="Google Shape;187;p31"/>
          <p:cNvSpPr txBox="1"/>
          <p:nvPr>
            <p:ph idx="1" type="subTitle"/>
          </p:nvPr>
        </p:nvSpPr>
        <p:spPr>
          <a:xfrm>
            <a:off x="630600" y="3228375"/>
            <a:ext cx="7893000" cy="1274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1pPr>
            <a:lvl2pPr lvl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2pPr>
            <a:lvl3pPr lvl="2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3pPr>
            <a:lvl4pPr lvl="3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4pPr>
            <a:lvl5pPr lvl="4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5pPr>
            <a:lvl6pPr lvl="5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6pPr>
            <a:lvl7pPr lvl="6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7pPr>
            <a:lvl8pPr lvl="7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8pPr>
            <a:lvl9pPr lvl="8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6"/>
              </a:buClr>
              <a:buSzPts val="2400"/>
              <a:buNone/>
              <a:defRPr sz="24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188" name="Google Shape;188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2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32"/>
          <p:cNvSpPr txBox="1"/>
          <p:nvPr>
            <p:ph type="title"/>
          </p:nvPr>
        </p:nvSpPr>
        <p:spPr>
          <a:xfrm>
            <a:off x="509550" y="1921350"/>
            <a:ext cx="8124900" cy="130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3" name="Google Shape;193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-125" y="5045700"/>
            <a:ext cx="9144000" cy="978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96" name="Google Shape;196;p33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7" name="Google Shape;197;p33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9" name="Google Shape;199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1" name="Google Shape;201;p34"/>
          <p:cNvCxnSpPr/>
          <p:nvPr/>
        </p:nvCxnSpPr>
        <p:spPr>
          <a:xfrm>
            <a:off x="419425" y="1154195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2" name="Google Shape;202;p34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03" name="Google Shape;203;p34"/>
          <p:cNvSpPr txBox="1"/>
          <p:nvPr>
            <p:ph idx="1" type="body"/>
          </p:nvPr>
        </p:nvSpPr>
        <p:spPr>
          <a:xfrm>
            <a:off x="3117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04" name="Google Shape;204;p34"/>
          <p:cNvSpPr txBox="1"/>
          <p:nvPr>
            <p:ph idx="2" type="body"/>
          </p:nvPr>
        </p:nvSpPr>
        <p:spPr>
          <a:xfrm>
            <a:off x="4832400" y="1417950"/>
            <a:ext cx="3999900" cy="315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05" name="Google Shape;205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5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08" name="Google Shape;208;p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0" name="Google Shape;210;p36"/>
          <p:cNvCxnSpPr/>
          <p:nvPr/>
        </p:nvCxnSpPr>
        <p:spPr>
          <a:xfrm>
            <a:off x="411044" y="1417772"/>
            <a:ext cx="385200" cy="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1" name="Google Shape;211;p36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12" name="Google Shape;212;p36"/>
          <p:cNvSpPr txBox="1"/>
          <p:nvPr>
            <p:ph idx="1" type="body"/>
          </p:nvPr>
        </p:nvSpPr>
        <p:spPr>
          <a:xfrm>
            <a:off x="311700" y="1640350"/>
            <a:ext cx="2808000" cy="292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13" name="Google Shape;213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7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37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37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18" name="Google Shape;218;p3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8"/>
          <p:cNvSpPr/>
          <p:nvPr/>
        </p:nvSpPr>
        <p:spPr>
          <a:xfrm>
            <a:off x="4572000" y="-10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21" name="Google Shape;221;p38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2" name="Google Shape;222;p38"/>
          <p:cNvSpPr txBox="1"/>
          <p:nvPr>
            <p:ph type="title"/>
          </p:nvPr>
        </p:nvSpPr>
        <p:spPr>
          <a:xfrm>
            <a:off x="265500" y="1084625"/>
            <a:ext cx="4045200" cy="1707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23" name="Google Shape;223;p38"/>
          <p:cNvSpPr txBox="1"/>
          <p:nvPr>
            <p:ph idx="1" type="subTitle"/>
          </p:nvPr>
        </p:nvSpPr>
        <p:spPr>
          <a:xfrm>
            <a:off x="265500" y="2845200"/>
            <a:ext cx="4045200" cy="142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100"/>
              <a:buNone/>
              <a:defRPr sz="2100">
                <a:solidFill>
                  <a:schemeClr val="accent6"/>
                </a:solidFill>
              </a:defRPr>
            </a:lvl9pPr>
          </a:lstStyle>
          <a:p/>
        </p:txBody>
      </p:sp>
      <p:sp>
        <p:nvSpPr>
          <p:cNvPr id="224" name="Google Shape;224;p38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225" name="Google Shape;225;p3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28" name="Google Shape;228;p3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40"/>
          <p:cNvSpPr/>
          <p:nvPr/>
        </p:nvSpPr>
        <p:spPr>
          <a:xfrm>
            <a:off x="586721" y="0"/>
            <a:ext cx="7970700" cy="666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40"/>
          <p:cNvSpPr/>
          <p:nvPr/>
        </p:nvSpPr>
        <p:spPr>
          <a:xfrm>
            <a:off x="586721" y="5076900"/>
            <a:ext cx="7970700" cy="66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40"/>
          <p:cNvSpPr txBox="1"/>
          <p:nvPr>
            <p:ph hasCustomPrompt="1" type="title"/>
          </p:nvPr>
        </p:nvSpPr>
        <p:spPr>
          <a:xfrm>
            <a:off x="586725" y="1353788"/>
            <a:ext cx="7970700" cy="1538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800"/>
              <a:buNone/>
              <a:defRPr sz="10800">
                <a:solidFill>
                  <a:schemeClr val="accent6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33" name="Google Shape;233;p40"/>
          <p:cNvSpPr txBox="1"/>
          <p:nvPr>
            <p:ph idx="1" type="body"/>
          </p:nvPr>
        </p:nvSpPr>
        <p:spPr>
          <a:xfrm>
            <a:off x="586725" y="2968388"/>
            <a:ext cx="79707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34" name="Google Shape;234;p4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4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2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42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240" name="Google Shape;240;p42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1" name="Google Shape;241;p42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2" name="Google Shape;242;p42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3" name="Google Shape;243;p42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44" name="Google Shape;244;p42"/>
          <p:cNvSpPr txBox="1"/>
          <p:nvPr>
            <p:ph idx="1" type="body"/>
          </p:nvPr>
        </p:nvSpPr>
        <p:spPr>
          <a:xfrm>
            <a:off x="1781504" y="1600200"/>
            <a:ext cx="7076700" cy="29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31470" lvl="0" marL="457200" algn="l">
              <a:spcBef>
                <a:spcPts val="2000"/>
              </a:spcBef>
              <a:spcAft>
                <a:spcPts val="0"/>
              </a:spcAft>
              <a:buSzPts val="1620"/>
              <a:buChar char="●"/>
              <a:defRPr/>
            </a:lvl1pPr>
            <a:lvl2pPr indent="-331470" lvl="1" marL="9144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/>
            </a:lvl9pPr>
          </a:lstStyle>
          <a:p/>
        </p:txBody>
      </p:sp>
      <p:sp>
        <p:nvSpPr>
          <p:cNvPr id="245" name="Google Shape;245;p42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6" name="Google Shape;246;p42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7" name="Google Shape;247;p42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3"/>
          <p:cNvSpPr/>
          <p:nvPr/>
        </p:nvSpPr>
        <p:spPr>
          <a:xfrm>
            <a:off x="284164" y="341830"/>
            <a:ext cx="8574000" cy="8505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50" name="Google Shape;250;p43"/>
          <p:cNvGrpSpPr/>
          <p:nvPr/>
        </p:nvGrpSpPr>
        <p:grpSpPr>
          <a:xfrm>
            <a:off x="284164" y="1183387"/>
            <a:ext cx="8576301" cy="103050"/>
            <a:chOff x="284163" y="1577847"/>
            <a:chExt cx="8576301" cy="137400"/>
          </a:xfrm>
        </p:grpSpPr>
        <p:sp>
          <p:nvSpPr>
            <p:cNvPr id="251" name="Google Shape;251;p43"/>
            <p:cNvSpPr/>
            <p:nvPr/>
          </p:nvSpPr>
          <p:spPr>
            <a:xfrm>
              <a:off x="284163" y="1577847"/>
              <a:ext cx="1600200" cy="137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2" name="Google Shape;252;p43"/>
            <p:cNvSpPr/>
            <p:nvPr/>
          </p:nvSpPr>
          <p:spPr>
            <a:xfrm>
              <a:off x="1885174" y="1577847"/>
              <a:ext cx="2743200" cy="137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3" name="Google Shape;253;p43"/>
            <p:cNvSpPr/>
            <p:nvPr/>
          </p:nvSpPr>
          <p:spPr>
            <a:xfrm>
              <a:off x="4626864" y="1577847"/>
              <a:ext cx="4233600" cy="137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54" name="Google Shape;254;p43"/>
          <p:cNvSpPr txBox="1"/>
          <p:nvPr>
            <p:ph type="title"/>
          </p:nvPr>
        </p:nvSpPr>
        <p:spPr>
          <a:xfrm>
            <a:off x="284164" y="472787"/>
            <a:ext cx="8574000" cy="725700"/>
          </a:xfrm>
          <a:prstGeom prst="rect">
            <a:avLst/>
          </a:prstGeom>
          <a:solidFill>
            <a:srgbClr val="262626">
              <a:alpha val="698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55" name="Google Shape;255;p43"/>
          <p:cNvSpPr txBox="1"/>
          <p:nvPr>
            <p:ph idx="1" type="body"/>
          </p:nvPr>
        </p:nvSpPr>
        <p:spPr>
          <a:xfrm>
            <a:off x="403412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256" name="Google Shape;256;p43"/>
          <p:cNvSpPr txBox="1"/>
          <p:nvPr>
            <p:ph idx="2" type="body"/>
          </p:nvPr>
        </p:nvSpPr>
        <p:spPr>
          <a:xfrm>
            <a:off x="4778188" y="1613298"/>
            <a:ext cx="3931800" cy="29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4330" lvl="0" marL="457200" algn="l">
              <a:spcBef>
                <a:spcPts val="2000"/>
              </a:spcBef>
              <a:spcAft>
                <a:spcPts val="0"/>
              </a:spcAft>
              <a:buSzPts val="1980"/>
              <a:buChar char="●"/>
              <a:defRPr sz="2200"/>
            </a:lvl1pPr>
            <a:lvl2pPr indent="-342900" lvl="1" marL="914400" algn="l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2000"/>
            </a:lvl2pPr>
            <a:lvl3pPr indent="-331470" lvl="2" marL="13716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3pPr>
            <a:lvl4pPr indent="-331470" lvl="3" marL="18288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4pPr>
            <a:lvl5pPr indent="-331470" lvl="4" marL="22860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5pPr>
            <a:lvl6pPr indent="-331470" lvl="5" marL="2743200" algn="l">
              <a:spcBef>
                <a:spcPts val="1600"/>
              </a:spcBef>
              <a:spcAft>
                <a:spcPts val="0"/>
              </a:spcAft>
              <a:buSzPts val="1620"/>
              <a:buChar char="■"/>
              <a:defRPr sz="1800"/>
            </a:lvl6pPr>
            <a:lvl7pPr indent="-331470" lvl="6" marL="3200400" algn="l">
              <a:spcBef>
                <a:spcPts val="1600"/>
              </a:spcBef>
              <a:spcAft>
                <a:spcPts val="0"/>
              </a:spcAft>
              <a:buSzPts val="1620"/>
              <a:buChar char="●"/>
              <a:defRPr sz="1800"/>
            </a:lvl7pPr>
            <a:lvl8pPr indent="-331470" lvl="7" marL="3657600" algn="l">
              <a:spcBef>
                <a:spcPts val="1600"/>
              </a:spcBef>
              <a:spcAft>
                <a:spcPts val="0"/>
              </a:spcAft>
              <a:buSzPts val="1620"/>
              <a:buChar char="○"/>
              <a:defRPr sz="1800"/>
            </a:lvl8pPr>
            <a:lvl9pPr indent="-331470" lvl="8" marL="4114800" algn="l">
              <a:spcBef>
                <a:spcPts val="1600"/>
              </a:spcBef>
              <a:spcAft>
                <a:spcPts val="1600"/>
              </a:spcAft>
              <a:buSzPts val="1620"/>
              <a:buChar char="■"/>
              <a:defRPr sz="1800"/>
            </a:lvl9pPr>
          </a:lstStyle>
          <a:p/>
        </p:txBody>
      </p:sp>
      <p:sp>
        <p:nvSpPr>
          <p:cNvPr id="257" name="Google Shape;257;p43"/>
          <p:cNvSpPr txBox="1"/>
          <p:nvPr>
            <p:ph idx="10" type="dt"/>
          </p:nvPr>
        </p:nvSpPr>
        <p:spPr>
          <a:xfrm>
            <a:off x="6794936" y="4827775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8" name="Google Shape;258;p43"/>
          <p:cNvSpPr txBox="1"/>
          <p:nvPr>
            <p:ph idx="11" type="ftr"/>
          </p:nvPr>
        </p:nvSpPr>
        <p:spPr>
          <a:xfrm>
            <a:off x="199698" y="4827775"/>
            <a:ext cx="6124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9" name="Google Shape;259;p43"/>
          <p:cNvSpPr txBox="1"/>
          <p:nvPr>
            <p:ph idx="12" type="sldNum"/>
          </p:nvPr>
        </p:nvSpPr>
        <p:spPr>
          <a:xfrm>
            <a:off x="8306460" y="125510"/>
            <a:ext cx="630600" cy="26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5" Type="http://schemas.openxmlformats.org/officeDocument/2006/relationships/theme" Target="../theme/theme2.xml"/><Relationship Id="rId1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/Relationships>
</file>

<file path=ppt/slideMasters/_rels/slideMaster3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39.xml"/><Relationship Id="rId1" Type="http://schemas.openxmlformats.org/officeDocument/2006/relationships/slideLayout" Target="../slideLayouts/slideLayout28.xml"/><Relationship Id="rId2" Type="http://schemas.openxmlformats.org/officeDocument/2006/relationships/slideLayout" Target="../slideLayouts/slideLayout29.xml"/><Relationship Id="rId3" Type="http://schemas.openxmlformats.org/officeDocument/2006/relationships/slideLayout" Target="../slideLayouts/slideLayout30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Relationship Id="rId14" Type="http://schemas.openxmlformats.org/officeDocument/2006/relationships/theme" Target="../theme/theme3.xml"/><Relationship Id="rId5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4.xml"/><Relationship Id="rId8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blue-gold">
    <p:bg>
      <p:bgPr>
        <a:solidFill>
          <a:schemeClr val="accent4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Char char="●"/>
              <a:defRPr sz="1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marina"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5"/>
          <p:cNvSpPr txBox="1"/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89" name="Google Shape;89;p15"/>
          <p:cNvSpPr txBox="1"/>
          <p:nvPr>
            <p:ph idx="1" type="body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0" name="Google Shape;9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blue-gold">
    <p:bg>
      <p:bgPr>
        <a:solidFill>
          <a:srgbClr val="006F85"/>
        </a:solid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0"/>
          <p:cNvSpPr txBox="1"/>
          <p:nvPr>
            <p:ph type="title"/>
          </p:nvPr>
        </p:nvSpPr>
        <p:spPr>
          <a:xfrm>
            <a:off x="311700" y="372725"/>
            <a:ext cx="8520600" cy="64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fair Display"/>
              <a:buNone/>
              <a:defRPr b="1" sz="3200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" type="body"/>
          </p:nvPr>
        </p:nvSpPr>
        <p:spPr>
          <a:xfrm>
            <a:off x="311700" y="1417800"/>
            <a:ext cx="8520600" cy="315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"/>
              <a:buChar char="●"/>
              <a:defRPr sz="1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Lato"/>
              <a:buChar char="■"/>
              <a:defRPr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181" name="Google Shape;181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42.xml.rels><?xml version="1.0" encoding="UTF-8" standalone="yes"?><Relationships xmlns="http://schemas.openxmlformats.org/package/2006/relationships"><Relationship Id="rId9001" Type="http://schemas.openxmlformats.org/officeDocument/2006/relationships/slideLayout" Target="../slideLayouts/slideLayout38.xml"/><Relationship Id="rId9003" Type="http://schemas.openxmlformats.org/officeDocument/2006/relationships/image" Target="../media/image13.jpg"/></Relationships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blipFill>
          <a:blip r:embed="rId9003">
            <a:alphaModFix/>
          </a:blip>
          <a:stretch>
            <a:fillRect/>
          </a:stretch>
        </a:blipFill>
      </p:bgPr>
    </p:bg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67"/>
          <p:cNvSpPr txBox="1"/>
          <p:nvPr/>
        </p:nvSpPr>
        <p:spPr>
          <a:xfrm>
            <a:off x="0" y="0"/>
            <a:ext cx="9144000" cy="8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600"/>
              <a:t>  </a:t>
            </a:r>
            <a:r>
              <a:rPr lang="en" sz="4600">
                <a:solidFill>
                  <a:srgbClr val="FF0000"/>
                </a:solidFill>
                <a:highlight>
                  <a:srgbClr val="FFFF00"/>
                </a:highlight>
              </a:rPr>
              <a:t>❤️</a:t>
            </a:r>
            <a:r>
              <a:rPr b="1" lang="en" sz="3300">
                <a:highlight>
                  <a:srgbClr val="FFFF00"/>
                </a:highlight>
                <a:latin typeface="Lexend Deca"/>
                <a:ea typeface="Lexend Deca"/>
                <a:cs typeface="Lexend Deca"/>
                <a:sym typeface="Lexend Deca"/>
              </a:rPr>
              <a:t>4月份生日的家人們</a:t>
            </a:r>
            <a:r>
              <a:rPr lang="en" sz="4600">
                <a:solidFill>
                  <a:srgbClr val="FF0000"/>
                </a:solidFill>
                <a:highlight>
                  <a:srgbClr val="FFFF00"/>
                </a:highlight>
              </a:rPr>
              <a:t>❤️</a:t>
            </a:r>
            <a:r>
              <a:rPr lang="en" sz="4600"/>
              <a:t> </a:t>
            </a:r>
            <a:endParaRPr sz="4600">
              <a:solidFill>
                <a:srgbClr val="FF0000"/>
              </a:solidFill>
            </a:endParaRPr>
          </a:p>
        </p:txBody>
      </p:sp>
      <p:sp>
        <p:nvSpPr>
          <p:cNvPr id="399" name="Birthday Name 0"/>
          <p:cNvSpPr txBox="1"/>
          <p:nvPr/>
        </p:nvSpPr>
        <p:spPr>
          <a:xfrm>
            <a:off x="298800" y="920000"/>
            <a:ext cx="8500000" cy="2800000"/>
          </a:xfrm>
          <a:prstGeom prst="rect">
            <a:avLst/>
          </a:prstGeom>
          <a:noFill/>
        </p:spPr>
        <p:txBody>
          <a:bodyPr wrap="none" anchor="ctr" lIns="45720" rIns="45720" tIns="0" bIns="0">
            <a:noAutofit/>
          </a:bodyPr>
          <a:lstStyle/>
          <a:p>
            <a:pPr algn="ctr" fontAlgn="ctr">
              <a:buNone/>
            </a:pPr>
            <a:r>
              <a:rPr b="1" lang="en" sz="3600">
                <a:solidFill>
                  <a:srgbClr val="4C1130"/>
                </a:solidFill>
                <a:highlight>
                  <a:schemeClr val="dk1"/>
                </a:highlight>
                <a:latin typeface="DFKai-SB"/>
                <a:ea typeface="DFKai-SB"/>
                <a:cs typeface="DFKai-SB"/>
                <a:sym typeface="DFKai-SB"/>
              </a:rPr>
              <a:t xml:space="preserve"> </a:t>
            </a:r>
            <a:endParaRPr b="1" sz="3600"/>
          </a:p>
        </p:txBody>
      </p:sp>
      <p:sp>
        <p:nvSpPr>
          <p:cNvPr id="400" name="Google Shape;400;p67"/>
          <p:cNvSpPr txBox="1"/>
          <p:nvPr/>
        </p:nvSpPr>
        <p:spPr>
          <a:xfrm>
            <a:off x="0" y="2037522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401" name="Google Shape;401;p67"/>
          <p:cNvSpPr txBox="1"/>
          <p:nvPr/>
        </p:nvSpPr>
        <p:spPr>
          <a:xfrm>
            <a:off x="228325" y="3894775"/>
            <a:ext cx="4893900" cy="96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0">
                <a:solidFill>
                  <a:srgbClr val="FF0000"/>
                </a:solidFill>
                <a:highlight>
                  <a:schemeClr val="dk1"/>
                </a:highlight>
                <a:latin typeface="Lexend Deca"/>
                <a:ea typeface="Lexend Deca"/>
                <a:cs typeface="Lexend Deca"/>
                <a:sym typeface="Lexend Deca"/>
              </a:rPr>
              <a:t>我們將在午餐聚會時禱告祝福</a:t>
            </a:r>
            <a:endParaRPr b="1" sz="2800">
              <a:solidFill>
                <a:srgbClr val="FF0000"/>
              </a:solidFill>
              <a:highlight>
                <a:schemeClr val="dk1"/>
              </a:highlight>
              <a:latin typeface="Lexend Deca"/>
              <a:ea typeface="Lexend Deca"/>
              <a:cs typeface="Lexend Deca"/>
              <a:sym typeface="Lexend Deca"/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0">
                <a:solidFill>
                  <a:srgbClr val="FF0000"/>
                </a:solidFill>
                <a:highlight>
                  <a:schemeClr val="dk1"/>
                </a:highlight>
                <a:latin typeface="Lexend Deca"/>
                <a:ea typeface="Lexend Deca"/>
                <a:cs typeface="Lexend Deca"/>
                <a:sym typeface="Lexend Deca"/>
              </a:rPr>
              <a:t> 唱生日歌與享用生日蛋糕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Blue &amp; Gold">
  <a:themeElements>
    <a:clrScheme name="Blue &amp; Gold">
      <a:dk1>
        <a:srgbClr val="FFFFFF"/>
      </a:dk1>
      <a:lt1>
        <a:srgbClr val="01AFD1"/>
      </a:lt1>
      <a:dk2>
        <a:srgbClr val="1E2D31"/>
      </a:dk2>
      <a:lt2>
        <a:srgbClr val="BFC7CA"/>
      </a:lt2>
      <a:accent1>
        <a:srgbClr val="006F85"/>
      </a:accent1>
      <a:accent2>
        <a:srgbClr val="AF4345"/>
      </a:accent2>
      <a:accent3>
        <a:srgbClr val="47D06A"/>
      </a:accent3>
      <a:accent4>
        <a:srgbClr val="F58F8F"/>
      </a:accent4>
      <a:accent5>
        <a:srgbClr val="F6CD4C"/>
      </a:accent5>
      <a:accent6>
        <a:srgbClr val="F8E71C"/>
      </a:accent6>
      <a:hlink>
        <a:srgbClr val="F6CD4C"/>
      </a:hlink>
      <a:folHlink>
        <a:srgbClr val="F6CD4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arina">
  <a:themeElements>
    <a:clrScheme name="Marina">
      <a:dk1>
        <a:srgbClr val="FFFFFF"/>
      </a:dk1>
      <a:lt1>
        <a:srgbClr val="00517C"/>
      </a:lt1>
      <a:dk2>
        <a:srgbClr val="004065"/>
      </a:dk2>
      <a:lt2>
        <a:srgbClr val="CFD8DC"/>
      </a:lt2>
      <a:accent1>
        <a:srgbClr val="0277BD"/>
      </a:accent1>
      <a:accent2>
        <a:srgbClr val="558B2F"/>
      </a:accent2>
      <a:accent3>
        <a:srgbClr val="009688"/>
      </a:accent3>
      <a:accent4>
        <a:srgbClr val="039BE5"/>
      </a:accent4>
      <a:accent5>
        <a:srgbClr val="8BC34A"/>
      </a:accent5>
      <a:accent6>
        <a:srgbClr val="FFEB38"/>
      </a:accent6>
      <a:hlink>
        <a:srgbClr val="8BC34A"/>
      </a:hlink>
      <a:folHlink>
        <a:srgbClr val="8BC34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Blue &amp; Gold">
  <a:themeElements>
    <a:clrScheme name="Blue &amp; Gold">
      <a:dk1>
        <a:srgbClr val="FFFFFF"/>
      </a:dk1>
      <a:lt1>
        <a:srgbClr val="01AFD1"/>
      </a:lt1>
      <a:dk2>
        <a:srgbClr val="1E2D31"/>
      </a:dk2>
      <a:lt2>
        <a:srgbClr val="BFC7CA"/>
      </a:lt2>
      <a:accent1>
        <a:srgbClr val="006F85"/>
      </a:accent1>
      <a:accent2>
        <a:srgbClr val="AF4345"/>
      </a:accent2>
      <a:accent3>
        <a:srgbClr val="47D06A"/>
      </a:accent3>
      <a:accent4>
        <a:srgbClr val="F58F8F"/>
      </a:accent4>
      <a:accent5>
        <a:srgbClr val="F6CD4C"/>
      </a:accent5>
      <a:accent6>
        <a:srgbClr val="F8E71C"/>
      </a:accent6>
      <a:hlink>
        <a:srgbClr val="F6CD4C"/>
      </a:hlink>
      <a:folHlink>
        <a:srgbClr val="F6CD4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