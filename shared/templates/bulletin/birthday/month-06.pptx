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ppt/slides/slide4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  <p:sldMasterId id="2147483690" r:id="rId7"/>
  </p:sldMasterIdLst>
  <p:notesMasterIdLst>
    <p:notesMasterId r:id="rId8"/>
  </p:notesMasterIdLst>
  <p:sldIdLst>
    <p:sldId id="299" r:id="rId74"/>
  </p:sldIdLst>
  <p:sldSz cy="5143500" cx="9144000"/>
  <p:notesSz cx="6858000" cy="9144000"/>
  <p:embeddedFontLst>
    <p:embeddedFont>
      <p:font typeface="Roboto Slab"/>
      <p:regular r:id="rId47"/>
      <p:bold r:id="rId48"/>
    </p:embeddedFont>
    <p:embeddedFont>
      <p:font typeface="Pinyon Script"/>
      <p:regular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Playfair Displ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  <p:embeddedFont>
      <p:font typeface="Great Vibes"/>
      <p:regular r:id="rId62"/>
    </p:embeddedFont>
    <p:embeddedFont>
      <p:font typeface="Corbel"/>
      <p:regular r:id="rId63"/>
      <p:bold r:id="rId64"/>
      <p:italic r:id="rId65"/>
      <p:boldItalic r:id="rId66"/>
    </p:embeddedFont>
    <p:embeddedFont>
      <p:font typeface="Lexend Deca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iting Zho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48" Type="http://schemas.openxmlformats.org/officeDocument/2006/relationships/font" Target="fonts/RobotoSlab-bold.fntdata"/><Relationship Id="rId47" Type="http://schemas.openxmlformats.org/officeDocument/2006/relationships/font" Target="fonts/RobotoSlab-regular.fntdata"/><Relationship Id="rId49" Type="http://schemas.openxmlformats.org/officeDocument/2006/relationships/font" Target="fonts/PinyonScrip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62" Type="http://schemas.openxmlformats.org/officeDocument/2006/relationships/font" Target="fonts/GreatVibes-regular.fntdata"/><Relationship Id="rId61" Type="http://schemas.openxmlformats.org/officeDocument/2006/relationships/font" Target="fonts/Lato-boldItalic.fntdata"/><Relationship Id="rId64" Type="http://schemas.openxmlformats.org/officeDocument/2006/relationships/font" Target="fonts/Corbel-bold.fntdata"/><Relationship Id="rId63" Type="http://schemas.openxmlformats.org/officeDocument/2006/relationships/font" Target="fonts/Corbel-regular.fntdata"/><Relationship Id="rId66" Type="http://schemas.openxmlformats.org/officeDocument/2006/relationships/font" Target="fonts/Corbel-boldItalic.fntdata"/><Relationship Id="rId65" Type="http://schemas.openxmlformats.org/officeDocument/2006/relationships/font" Target="fonts/Corbel-italic.fntdata"/><Relationship Id="rId68" Type="http://schemas.openxmlformats.org/officeDocument/2006/relationships/font" Target="fonts/LexendDeca-bold.fntdata"/><Relationship Id="rId67" Type="http://schemas.openxmlformats.org/officeDocument/2006/relationships/font" Target="fonts/LexendDeca-regular.fntdata"/><Relationship Id="rId60" Type="http://schemas.openxmlformats.org/officeDocument/2006/relationships/font" Target="fonts/Lato-italic.fntdata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55" Type="http://schemas.openxmlformats.org/officeDocument/2006/relationships/font" Target="fonts/PlayfairDisplay-bold.fntdata"/><Relationship Id="rId54" Type="http://schemas.openxmlformats.org/officeDocument/2006/relationships/font" Target="fonts/PlayfairDisplay-regular.fntdata"/><Relationship Id="rId57" Type="http://schemas.openxmlformats.org/officeDocument/2006/relationships/font" Target="fonts/PlayfairDisplay-boldItalic.fntdata"/><Relationship Id="rId56" Type="http://schemas.openxmlformats.org/officeDocument/2006/relationships/font" Target="fonts/PlayfairDisplay-italic.fntdata"/><Relationship Id="rId59" Type="http://schemas.openxmlformats.org/officeDocument/2006/relationships/font" Target="fonts/Lato-bold.fntdata"/><Relationship Id="rId58" Type="http://schemas.openxmlformats.org/officeDocument/2006/relationships/font" Target="fonts/Lato-regular.fntdata"/><Relationship Id="rId74" Type="http://schemas.openxmlformats.org/officeDocument/2006/relationships/slide" Target="slides/slide44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3T01:59:55.049">
    <p:pos x="0" y="0"/>
    <p:text>@georgelu777@gmail.com,
@glu777@yahoo.com
_Assigned to georgelu777@gmail.com_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67" name="Google Shape;67;p1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78" name="Google Shape;78;p14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4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" name="Google Shape;93;p16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94" name="Google Shape;94;p1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7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8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1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23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3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7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44" name="Google Shape;144;p27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7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781504" y="1600201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718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710"/>
              <a:buFont typeface="Noto Sans Symbols"/>
              <a:buChar char="↗"/>
              <a:defRPr b="0" i="0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5755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861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861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861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861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8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55" name="Google Shape;155;p28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8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403412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03412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3" type="body"/>
          </p:nvPr>
        </p:nvSpPr>
        <p:spPr>
          <a:xfrm>
            <a:off x="4779495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4" type="body"/>
          </p:nvPr>
        </p:nvSpPr>
        <p:spPr>
          <a:xfrm>
            <a:off x="4779495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9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69" name="Google Shape;169;p29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29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31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1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7" name="Google Shape;187;p31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33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4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6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38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p38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0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42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40" name="Google Shape;240;p42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2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2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42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245" name="Google Shape;245;p42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4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51" name="Google Shape;251;p4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4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6" name="Google Shape;256;p43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7" name="Google Shape;257;p4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4.xml.rels><?xml version="1.0" encoding="UTF-8" standalone="yes"?><Relationships xmlns="http://schemas.openxmlformats.org/package/2006/relationships"><Relationship Id="rId9001" Type="http://schemas.openxmlformats.org/officeDocument/2006/relationships/slideLayout" Target="../slideLayouts/slideLayout38.xml"/><Relationship Id="rId9003" Type="http://schemas.openxmlformats.org/officeDocument/2006/relationships/image" Target="../media/image13.jpg"/></Relationships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900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7"/>
          <p:cNvSpPr txBox="1"/>
          <p:nvPr/>
        </p:nvSpPr>
        <p:spPr>
          <a:xfrm>
            <a:off x="0" y="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  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6月份生日的家人們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lang="en" sz="4600"/>
              <a:t> 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399" name="Birthday Name 0"/>
          <p:cNvSpPr txBox="1"/>
          <p:nvPr/>
        </p:nvSpPr>
        <p:spPr>
          <a:xfrm>
            <a:off x="298800" y="920000"/>
            <a:ext cx="8500000" cy="2800000"/>
          </a:xfrm>
          <a:prstGeom prst="rect">
            <a:avLst/>
          </a:prstGeom>
          <a:noFill/>
        </p:spPr>
        <p:txBody>
          <a:bodyPr wrap="none" anchor="ctr" lIns="45720" rIns="45720" tIns="0" bIns="0">
            <a:noAutofit/>
          </a:bodyPr>
          <a:lstStyle/>
          <a:p>
            <a:pPr algn="ctr" fontAlgn="ctr">
              <a:buNone/>
            </a:pPr>
            <a:r>
              <a:rPr b="1" lang="en" sz="3600">
                <a:solidFill>
                  <a:srgbClr val="4C113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 xml:space="preserve"> </a:t>
            </a:r>
            <a:endParaRPr b="1" sz="3600"/>
          </a:p>
        </p:txBody>
      </p:sp>
      <p:sp>
        <p:nvSpPr>
          <p:cNvPr id="400" name="Google Shape;400;p67"/>
          <p:cNvSpPr txBox="1"/>
          <p:nvPr/>
        </p:nvSpPr>
        <p:spPr>
          <a:xfrm>
            <a:off x="0" y="2037522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67"/>
          <p:cNvSpPr txBox="1"/>
          <p:nvPr/>
        </p:nvSpPr>
        <p:spPr>
          <a:xfrm>
            <a:off x="228325" y="3894775"/>
            <a:ext cx="4893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</a:t>
            </a:r>
            <a:endParaRPr b="1" sz="28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 唱生日歌與享用生日蛋糕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