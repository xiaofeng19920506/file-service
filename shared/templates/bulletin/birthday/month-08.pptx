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65" r:id="rId16"/>
  </p:sldIdLst>
  <p:sldSz cy="5143500" cx="9144000"/>
  <p:notesSz cx="6858000" cy="9144000"/>
  <p:embeddedFontLst>
    <p:embeddedFont>
      <p:font typeface="Roboto"/>
      <p:regular r:id="rId28"/>
      <p:bold r:id="rId29"/>
      <p:italic r:id="rId30"/>
      <p:boldItalic r:id="rId31"/>
    </p:embeddedFont>
    <p:embeddedFont>
      <p:font typeface="Playfair Display"/>
      <p:regular r:id="rId32"/>
      <p:bold r:id="rId33"/>
      <p:italic r:id="rId34"/>
      <p:boldItalic r:id="rId35"/>
    </p:embeddedFont>
    <p:embeddedFont>
      <p:font typeface="Lato"/>
      <p:regular r:id="rId36"/>
      <p:bold r:id="rId37"/>
      <p:italic r:id="rId38"/>
      <p:boldItalic r:id="rId39"/>
    </p:embeddedFont>
    <p:embeddedFont>
      <p:font typeface="Corbel"/>
      <p:regular r:id="rId40"/>
      <p:bold r:id="rId41"/>
      <p:italic r:id="rId42"/>
      <p:boldItalic r:id="rId43"/>
    </p:embeddedFont>
    <p:embeddedFont>
      <p:font typeface="Lexend Deca"/>
      <p:regular r:id="rId44"/>
      <p:bold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rbel-regular.fntdata"/><Relationship Id="rId42" Type="http://schemas.openxmlformats.org/officeDocument/2006/relationships/font" Target="fonts/Corbel-italic.fntdata"/><Relationship Id="rId41" Type="http://schemas.openxmlformats.org/officeDocument/2006/relationships/font" Target="fonts/Corbel-bold.fntdata"/><Relationship Id="rId44" Type="http://schemas.openxmlformats.org/officeDocument/2006/relationships/font" Target="fonts/LexendDeca-regular.fntdata"/><Relationship Id="rId43" Type="http://schemas.openxmlformats.org/officeDocument/2006/relationships/font" Target="fonts/Corbel-boldItalic.fntdata"/><Relationship Id="rId45" Type="http://schemas.openxmlformats.org/officeDocument/2006/relationships/font" Target="fonts/LexendDec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28" Type="http://schemas.openxmlformats.org/officeDocument/2006/relationships/font" Target="fonts/Roboto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.fntdata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33" Type="http://schemas.openxmlformats.org/officeDocument/2006/relationships/font" Target="fonts/PlayfairDisplay-bold.fntdata"/><Relationship Id="rId32" Type="http://schemas.openxmlformats.org/officeDocument/2006/relationships/font" Target="fonts/PlayfairDisplay-regular.fntdata"/><Relationship Id="rId35" Type="http://schemas.openxmlformats.org/officeDocument/2006/relationships/font" Target="fonts/PlayfairDisplay-boldItalic.fntdata"/><Relationship Id="rId34" Type="http://schemas.openxmlformats.org/officeDocument/2006/relationships/font" Target="fonts/PlayfairDisplay-italic.fntdata"/><Relationship Id="rId37" Type="http://schemas.openxmlformats.org/officeDocument/2006/relationships/font" Target="fonts/Lato-bold.fntdata"/><Relationship Id="rId36" Type="http://schemas.openxmlformats.org/officeDocument/2006/relationships/font" Target="fonts/Lato-regular.fntdata"/><Relationship Id="rId39" Type="http://schemas.openxmlformats.org/officeDocument/2006/relationships/font" Target="fonts/Lato-boldItalic.fntdata"/><Relationship Id="rId16" Type="http://schemas.openxmlformats.org/officeDocument/2006/relationships/slide" Target="slides/slide10.xml"/><Relationship Id="rId38" Type="http://schemas.openxmlformats.org/officeDocument/2006/relationships/font" Target="fonts/La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" name="Google Shape;57;p14"/>
          <p:cNvCxnSpPr/>
          <p:nvPr/>
        </p:nvCxnSpPr>
        <p:spPr>
          <a:xfrm>
            <a:off x="733219" y="2235351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4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 txBox="1"/>
          <p:nvPr>
            <p:ph type="title"/>
          </p:nvPr>
        </p:nvSpPr>
        <p:spPr>
          <a:xfrm>
            <a:off x="509550" y="1921350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-125" y="5045700"/>
            <a:ext cx="9144000" cy="9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" name="Google Shape;68;p16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7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7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3117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7"/>
          <p:cNvSpPr txBox="1"/>
          <p:nvPr>
            <p:ph idx="2" type="body"/>
          </p:nvPr>
        </p:nvSpPr>
        <p:spPr>
          <a:xfrm>
            <a:off x="48324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19"/>
          <p:cNvCxnSpPr/>
          <p:nvPr/>
        </p:nvCxnSpPr>
        <p:spPr>
          <a:xfrm>
            <a:off x="411044" y="1417772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311700" y="1640350"/>
            <a:ext cx="2808000" cy="29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0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0" name="Google Shape;9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/>
          <p:nvPr/>
        </p:nvSpPr>
        <p:spPr>
          <a:xfrm>
            <a:off x="4572000" y="-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" name="Google Shape;93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21"/>
          <p:cNvSpPr txBox="1"/>
          <p:nvPr>
            <p:ph type="title"/>
          </p:nvPr>
        </p:nvSpPr>
        <p:spPr>
          <a:xfrm>
            <a:off x="265500" y="1084625"/>
            <a:ext cx="4045200" cy="17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5" name="Google Shape;95;p21"/>
          <p:cNvSpPr txBox="1"/>
          <p:nvPr>
            <p:ph idx="1" type="subTitle"/>
          </p:nvPr>
        </p:nvSpPr>
        <p:spPr>
          <a:xfrm>
            <a:off x="265500" y="2845200"/>
            <a:ext cx="4045200" cy="1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3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3"/>
          <p:cNvSpPr txBox="1"/>
          <p:nvPr>
            <p:ph hasCustomPrompt="1" type="title"/>
          </p:nvPr>
        </p:nvSpPr>
        <p:spPr>
          <a:xfrm>
            <a:off x="586725" y="1353788"/>
            <a:ext cx="79707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23"/>
          <p:cNvSpPr txBox="1"/>
          <p:nvPr>
            <p:ph idx="1" type="body"/>
          </p:nvPr>
        </p:nvSpPr>
        <p:spPr>
          <a:xfrm>
            <a:off x="586725" y="2968388"/>
            <a:ext cx="79707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" name="Google Shape;10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5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25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112" name="Google Shape;112;p25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5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5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p25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16" name="Google Shape;116;p25"/>
          <p:cNvSpPr txBox="1"/>
          <p:nvPr>
            <p:ph idx="1" type="body"/>
          </p:nvPr>
        </p:nvSpPr>
        <p:spPr>
          <a:xfrm>
            <a:off x="1781504" y="1600200"/>
            <a:ext cx="7076700" cy="29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rtl="0" algn="l">
              <a:spcBef>
                <a:spcPts val="2000"/>
              </a:spcBef>
              <a:spcAft>
                <a:spcPts val="0"/>
              </a:spcAft>
              <a:buSzPts val="1620"/>
              <a:buChar char="●"/>
              <a:defRPr/>
            </a:lvl1pPr>
            <a:lvl2pPr indent="-331470" lvl="1" marL="9144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2pPr>
            <a:lvl3pPr indent="-331470" lvl="2" marL="13716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/>
            </a:lvl3pPr>
            <a:lvl4pPr indent="-331470" lvl="3" marL="18288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/>
            </a:lvl4pPr>
            <a:lvl5pPr indent="-331470" lvl="4" marL="22860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5pPr>
            <a:lvl6pPr indent="-331470" lvl="5" marL="27432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/>
            </a:lvl6pPr>
            <a:lvl7pPr indent="-331470" lvl="6" marL="32004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/>
            </a:lvl7pPr>
            <a:lvl8pPr indent="-331470" lvl="7" marL="36576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8pPr>
            <a:lvl9pPr indent="-331470" lvl="8" marL="4114800" rtl="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/>
            </a:lvl9pPr>
          </a:lstStyle>
          <a:p/>
        </p:txBody>
      </p:sp>
      <p:sp>
        <p:nvSpPr>
          <p:cNvPr id="117" name="Google Shape;117;p25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5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5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26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123" name="Google Shape;123;p26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26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26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26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27" name="Google Shape;127;p26"/>
          <p:cNvSpPr txBox="1"/>
          <p:nvPr>
            <p:ph idx="1" type="body"/>
          </p:nvPr>
        </p:nvSpPr>
        <p:spPr>
          <a:xfrm>
            <a:off x="403412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rtl="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 sz="2200"/>
            </a:lvl1pPr>
            <a:lvl2pPr indent="-342900" lvl="1" marL="914400" rtl="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2000"/>
            </a:lvl2pPr>
            <a:lvl3pPr indent="-331470" lvl="2" marL="13716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indent="-331470" lvl="3" marL="18288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4pPr>
            <a:lvl5pPr indent="-331470" lvl="4" marL="22860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5pPr>
            <a:lvl6pPr indent="-331470" lvl="5" marL="27432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6pPr>
            <a:lvl7pPr indent="-331470" lvl="6" marL="32004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7pPr>
            <a:lvl8pPr indent="-331470" lvl="7" marL="36576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8pPr>
            <a:lvl9pPr indent="-331470" lvl="8" marL="4114800" rtl="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 sz="1800"/>
            </a:lvl9pPr>
          </a:lstStyle>
          <a:p/>
        </p:txBody>
      </p:sp>
      <p:sp>
        <p:nvSpPr>
          <p:cNvPr id="128" name="Google Shape;128;p26"/>
          <p:cNvSpPr txBox="1"/>
          <p:nvPr>
            <p:ph idx="2" type="body"/>
          </p:nvPr>
        </p:nvSpPr>
        <p:spPr>
          <a:xfrm>
            <a:off x="4778188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rtl="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 sz="2200"/>
            </a:lvl1pPr>
            <a:lvl2pPr indent="-342900" lvl="1" marL="914400" rtl="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2000"/>
            </a:lvl2pPr>
            <a:lvl3pPr indent="-331470" lvl="2" marL="13716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indent="-331470" lvl="3" marL="18288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4pPr>
            <a:lvl5pPr indent="-331470" lvl="4" marL="22860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5pPr>
            <a:lvl6pPr indent="-331470" lvl="5" marL="27432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6pPr>
            <a:lvl7pPr indent="-331470" lvl="6" marL="32004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7pPr>
            <a:lvl8pPr indent="-331470" lvl="7" marL="36576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8pPr>
            <a:lvl9pPr indent="-331470" lvl="8" marL="4114800" rtl="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 sz="1800"/>
            </a:lvl9pPr>
          </a:lstStyle>
          <a:p/>
        </p:txBody>
      </p:sp>
      <p:sp>
        <p:nvSpPr>
          <p:cNvPr id="129" name="Google Shape;129;p26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6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6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lue-gold">
    <p:bg>
      <p:bgPr>
        <a:solidFill>
          <a:srgbClr val="006F8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3" Type="http://schemas.openxmlformats.org/officeDocument/2006/relationships/image" Target="../media/image2.jpg"/></Relationships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/>
          <p:cNvSpPr txBox="1"/>
          <p:nvPr/>
        </p:nvSpPr>
        <p:spPr>
          <a:xfrm>
            <a:off x="0" y="-31950"/>
            <a:ext cx="9144000" cy="59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>
                <a:solidFill>
                  <a:srgbClr val="FF0000"/>
                </a:solidFill>
                <a:highlight>
                  <a:srgbClr val="FFFF00"/>
                </a:highlight>
              </a:rPr>
              <a:t>❤️</a:t>
            </a:r>
            <a:r>
              <a:rPr b="1" lang="en" sz="3300">
                <a:highlight>
                  <a:srgbClr val="FFFF00"/>
                </a:highlight>
                <a:latin typeface="Lexend Deca"/>
                <a:ea typeface="Lexend Deca"/>
                <a:cs typeface="Lexend Deca"/>
                <a:sym typeface="Lexend Deca"/>
              </a:rPr>
              <a:t>8月份生日的家人們</a:t>
            </a:r>
            <a:r>
              <a:rPr lang="en" sz="4600">
                <a:solidFill>
                  <a:srgbClr val="FF0000"/>
                </a:solidFill>
                <a:highlight>
                  <a:srgbClr val="FFFF00"/>
                </a:highlight>
              </a:rPr>
              <a:t>❤️</a:t>
            </a:r>
            <a:endParaRPr sz="460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highlight>
                  <a:schemeClr val="accent5"/>
                </a:highlight>
                <a:latin typeface="DFKai-SB"/>
                <a:ea typeface="DFKai-SB"/>
                <a:cs typeface="DFKai-SB"/>
                <a:sym typeface="DFKai-SB"/>
              </a:rPr>
              <a:t>盧賽玉</a:t>
            </a:r>
            <a:r>
              <a:rPr b="1" lang="en" sz="4000">
                <a:latin typeface="Roboto"/>
                <a:ea typeface="Roboto"/>
                <a:cs typeface="Roboto"/>
                <a:sym typeface="Roboto"/>
              </a:rPr>
              <a:t>   </a:t>
            </a:r>
            <a:r>
              <a:rPr b="1" lang="en" sz="4000">
                <a:highlight>
                  <a:srgbClr val="EAD1DC"/>
                </a:highlight>
                <a:latin typeface="DFKai-SB"/>
                <a:ea typeface="DFKai-SB"/>
                <a:cs typeface="DFKai-SB"/>
                <a:sym typeface="DFKai-SB"/>
              </a:rPr>
              <a:t>李光滔</a:t>
            </a:r>
            <a:r>
              <a:rPr b="1" lang="en" sz="4000">
                <a:highlight>
                  <a:srgbClr val="EAD1D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(Wilson)</a:t>
            </a:r>
            <a:endParaRPr b="1" sz="4000">
              <a:highlight>
                <a:srgbClr val="EAD1D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highlight>
                <a:srgbClr val="EAD1D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highlight>
                  <a:srgbClr val="FF99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Natalie</a:t>
            </a:r>
            <a:endParaRPr b="1" sz="4000">
              <a:highlight>
                <a:srgbClr val="FF99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highlight>
                <a:srgbClr val="EAD1D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highlight>
                  <a:srgbClr val="93C47D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Evan</a:t>
            </a:r>
            <a:r>
              <a:rPr b="1" lang="en" sz="400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lang="en" sz="4000">
                <a:highlight>
                  <a:srgbClr val="FF00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Carina</a:t>
            </a:r>
            <a:r>
              <a:rPr b="1" lang="en" sz="400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lang="en" sz="400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Eric</a:t>
            </a:r>
            <a:r>
              <a:rPr b="1" lang="en" sz="4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53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" sz="46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1" sz="2200">
              <a:solidFill>
                <a:srgbClr val="FF0000"/>
              </a:solidFill>
              <a:highlight>
                <a:schemeClr val="dk1"/>
              </a:highlight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FF0000"/>
              </a:solidFill>
              <a:highlight>
                <a:schemeClr val="dk1"/>
              </a:highlight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0000"/>
                </a:solidFill>
                <a:highlight>
                  <a:srgbClr val="FFF2CC"/>
                </a:highlight>
                <a:latin typeface="Lexend Deca"/>
                <a:ea typeface="Lexend Deca"/>
                <a:cs typeface="Lexend Deca"/>
                <a:sym typeface="Lexend Deca"/>
              </a:rPr>
              <a:t>我們將在午餐聚會時禱告祝福 </a:t>
            </a:r>
            <a:endParaRPr b="1" sz="3000">
              <a:solidFill>
                <a:srgbClr val="FF0000"/>
              </a:solidFill>
              <a:highlight>
                <a:srgbClr val="FFF2CC"/>
              </a:highlight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0000"/>
                </a:solidFill>
                <a:highlight>
                  <a:srgbClr val="FFF2CC"/>
                </a:highlight>
                <a:latin typeface="Lexend Deca"/>
                <a:ea typeface="Lexend Deca"/>
                <a:cs typeface="Lexend Deca"/>
                <a:sym typeface="Lexend Deca"/>
              </a:rPr>
              <a:t>唱生日歌與享用生日蛋糕</a:t>
            </a:r>
            <a:endParaRPr b="1" sz="3400">
              <a:solidFill>
                <a:srgbClr val="FF0000"/>
              </a:solidFill>
              <a:highlight>
                <a:srgbClr val="FFF2CC"/>
              </a:highlight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FF0000"/>
              </a:solidFill>
              <a:highlight>
                <a:srgbClr val="FFFF00"/>
              </a:highlight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30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