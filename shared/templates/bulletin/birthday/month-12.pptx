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4"/>
    <p:sldMasterId id="2147483673" r:id="rId5"/>
  </p:sldMasterIdLst>
  <p:notesMasterIdLst>
    <p:notesMasterId r:id="rId6"/>
  </p:notesMasterIdLst>
  <p:sldIdLst>
    <p:sldId id="269" r:id="rId20"/>
  </p:sldIdLst>
  <p:sldSz cy="5143500" cx="9144000"/>
  <p:notesSz cx="6858000" cy="9144000"/>
  <p:embeddedFontLst>
    <p:embeddedFont>
      <p:font typeface="Roboto"/>
      <p:regular r:id="rId28"/>
      <p:bold r:id="rId29"/>
      <p:italic r:id="rId30"/>
      <p:boldItalic r:id="rId31"/>
    </p:embeddedFont>
    <p:embeddedFont>
      <p:font typeface="Playfair Display"/>
      <p:regular r:id="rId32"/>
      <p:bold r:id="rId33"/>
      <p:italic r:id="rId34"/>
      <p:boldItalic r:id="rId35"/>
    </p:embeddedFont>
    <p:embeddedFont>
      <p:font typeface="Lato"/>
      <p:regular r:id="rId36"/>
      <p:bold r:id="rId37"/>
      <p:italic r:id="rId38"/>
      <p:boldItalic r:id="rId39"/>
    </p:embeddedFont>
    <p:embeddedFont>
      <p:font typeface="Corbel"/>
      <p:regular r:id="rId40"/>
      <p:bold r:id="rId41"/>
      <p:italic r:id="rId42"/>
      <p:boldItalic r:id="rId43"/>
    </p:embeddedFont>
    <p:embeddedFont>
      <p:font typeface="Lexend Deca"/>
      <p:regular r:id="rId44"/>
      <p:bold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Corbel-regular.fntdata"/><Relationship Id="rId20" Type="http://schemas.openxmlformats.org/officeDocument/2006/relationships/slide" Target="slides/slide14.xml"/><Relationship Id="rId42" Type="http://schemas.openxmlformats.org/officeDocument/2006/relationships/font" Target="fonts/Corbel-italic.fntdata"/><Relationship Id="rId41" Type="http://schemas.openxmlformats.org/officeDocument/2006/relationships/font" Target="fonts/Corbel-bold.fntdata"/><Relationship Id="rId44" Type="http://schemas.openxmlformats.org/officeDocument/2006/relationships/font" Target="fonts/LexendDeca-regular.fntdata"/><Relationship Id="rId43" Type="http://schemas.openxmlformats.org/officeDocument/2006/relationships/font" Target="fonts/Corbel-boldItalic.fntdata"/><Relationship Id="rId45" Type="http://schemas.openxmlformats.org/officeDocument/2006/relationships/font" Target="fonts/LexendDeca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28" Type="http://schemas.openxmlformats.org/officeDocument/2006/relationships/font" Target="fonts/Roboto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-bold.fntdata"/><Relationship Id="rId31" Type="http://schemas.openxmlformats.org/officeDocument/2006/relationships/font" Target="fonts/Roboto-boldItalic.fntdata"/><Relationship Id="rId30" Type="http://schemas.openxmlformats.org/officeDocument/2006/relationships/font" Target="fonts/Roboto-italic.fntdata"/><Relationship Id="rId33" Type="http://schemas.openxmlformats.org/officeDocument/2006/relationships/font" Target="fonts/PlayfairDisplay-bold.fntdata"/><Relationship Id="rId32" Type="http://schemas.openxmlformats.org/officeDocument/2006/relationships/font" Target="fonts/PlayfairDisplay-regular.fntdata"/><Relationship Id="rId35" Type="http://schemas.openxmlformats.org/officeDocument/2006/relationships/font" Target="fonts/PlayfairDisplay-boldItalic.fntdata"/><Relationship Id="rId34" Type="http://schemas.openxmlformats.org/officeDocument/2006/relationships/font" Target="fonts/PlayfairDisplay-italic.fntdata"/><Relationship Id="rId37" Type="http://schemas.openxmlformats.org/officeDocument/2006/relationships/font" Target="fonts/Lato-bold.fntdata"/><Relationship Id="rId36" Type="http://schemas.openxmlformats.org/officeDocument/2006/relationships/font" Target="fonts/Lato-regular.fntdata"/><Relationship Id="rId39" Type="http://schemas.openxmlformats.org/officeDocument/2006/relationships/font" Target="fonts/Lato-boldItalic.fntdata"/><Relationship Id="rId38" Type="http://schemas.openxmlformats.org/officeDocument/2006/relationships/font" Target="fonts/Lato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4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7" name="Google Shape;57;p14"/>
          <p:cNvCxnSpPr/>
          <p:nvPr/>
        </p:nvCxnSpPr>
        <p:spPr>
          <a:xfrm>
            <a:off x="733219" y="2235351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4"/>
          <p:cNvSpPr txBox="1"/>
          <p:nvPr>
            <p:ph type="ctrTitle"/>
          </p:nvPr>
        </p:nvSpPr>
        <p:spPr>
          <a:xfrm>
            <a:off x="630600" y="136800"/>
            <a:ext cx="7893000" cy="185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9" name="Google Shape;59;p14"/>
          <p:cNvSpPr txBox="1"/>
          <p:nvPr>
            <p:ph idx="1" type="subTitle"/>
          </p:nvPr>
        </p:nvSpPr>
        <p:spPr>
          <a:xfrm>
            <a:off x="630600" y="3228375"/>
            <a:ext cx="7893000" cy="127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1pPr>
            <a:lvl2pPr lvl="1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2pPr>
            <a:lvl3pPr lvl="2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3pPr>
            <a:lvl4pPr lvl="3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4pPr>
            <a:lvl5pPr lvl="4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5pPr>
            <a:lvl6pPr lvl="5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6pPr>
            <a:lvl7pPr lvl="6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7pPr>
            <a:lvl8pPr lvl="7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8pPr>
            <a:lvl9pPr lvl="8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5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5"/>
          <p:cNvSpPr txBox="1"/>
          <p:nvPr>
            <p:ph type="title"/>
          </p:nvPr>
        </p:nvSpPr>
        <p:spPr>
          <a:xfrm>
            <a:off x="509550" y="1921350"/>
            <a:ext cx="8124900" cy="130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/>
          <p:nvPr/>
        </p:nvSpPr>
        <p:spPr>
          <a:xfrm>
            <a:off x="-125" y="5045700"/>
            <a:ext cx="9144000" cy="97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8" name="Google Shape;68;p16"/>
          <p:cNvCxnSpPr/>
          <p:nvPr/>
        </p:nvCxnSpPr>
        <p:spPr>
          <a:xfrm>
            <a:off x="419425" y="1154195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" name="Google Shape;69;p16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" name="Google Shape;73;p17"/>
          <p:cNvCxnSpPr/>
          <p:nvPr/>
        </p:nvCxnSpPr>
        <p:spPr>
          <a:xfrm>
            <a:off x="419425" y="1154195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" name="Google Shape;74;p17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" type="body"/>
          </p:nvPr>
        </p:nvSpPr>
        <p:spPr>
          <a:xfrm>
            <a:off x="311700" y="1417950"/>
            <a:ext cx="39999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7"/>
          <p:cNvSpPr txBox="1"/>
          <p:nvPr>
            <p:ph idx="2" type="body"/>
          </p:nvPr>
        </p:nvSpPr>
        <p:spPr>
          <a:xfrm>
            <a:off x="4832400" y="1417950"/>
            <a:ext cx="39999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2" name="Google Shape;82;p19"/>
          <p:cNvCxnSpPr/>
          <p:nvPr/>
        </p:nvCxnSpPr>
        <p:spPr>
          <a:xfrm>
            <a:off x="411044" y="1417772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" name="Google Shape;83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4" name="Google Shape;84;p19"/>
          <p:cNvSpPr txBox="1"/>
          <p:nvPr>
            <p:ph idx="1" type="body"/>
          </p:nvPr>
        </p:nvSpPr>
        <p:spPr>
          <a:xfrm>
            <a:off x="311700" y="1640350"/>
            <a:ext cx="2808000" cy="29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5" name="Google Shape;8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0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0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0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0" name="Google Shape;9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1"/>
          <p:cNvSpPr/>
          <p:nvPr/>
        </p:nvSpPr>
        <p:spPr>
          <a:xfrm>
            <a:off x="4572000" y="-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3" name="Google Shape;93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21"/>
          <p:cNvSpPr txBox="1"/>
          <p:nvPr>
            <p:ph type="title"/>
          </p:nvPr>
        </p:nvSpPr>
        <p:spPr>
          <a:xfrm>
            <a:off x="265500" y="1084625"/>
            <a:ext cx="4045200" cy="170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5" name="Google Shape;95;p21"/>
          <p:cNvSpPr txBox="1"/>
          <p:nvPr>
            <p:ph idx="1" type="subTitle"/>
          </p:nvPr>
        </p:nvSpPr>
        <p:spPr>
          <a:xfrm>
            <a:off x="265500" y="2845200"/>
            <a:ext cx="4045200" cy="1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96" name="Google Shape;96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97" name="Google Shape;9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00" name="Google Shape;10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3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3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3"/>
          <p:cNvSpPr txBox="1"/>
          <p:nvPr>
            <p:ph hasCustomPrompt="1" type="title"/>
          </p:nvPr>
        </p:nvSpPr>
        <p:spPr>
          <a:xfrm>
            <a:off x="586725" y="1353788"/>
            <a:ext cx="79707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5" name="Google Shape;105;p23"/>
          <p:cNvSpPr txBox="1"/>
          <p:nvPr>
            <p:ph idx="1" type="body"/>
          </p:nvPr>
        </p:nvSpPr>
        <p:spPr>
          <a:xfrm>
            <a:off x="586725" y="2968388"/>
            <a:ext cx="79707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6" name="Google Shape;10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5"/>
          <p:cNvSpPr/>
          <p:nvPr/>
        </p:nvSpPr>
        <p:spPr>
          <a:xfrm>
            <a:off x="284164" y="341830"/>
            <a:ext cx="8574000" cy="850500"/>
          </a:xfrm>
          <a:prstGeom prst="rect">
            <a:avLst/>
          </a:prstGeom>
          <a:solidFill>
            <a:srgbClr val="262626">
              <a:alpha val="6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1" name="Google Shape;111;p25"/>
          <p:cNvGrpSpPr/>
          <p:nvPr/>
        </p:nvGrpSpPr>
        <p:grpSpPr>
          <a:xfrm>
            <a:off x="284164" y="1183387"/>
            <a:ext cx="8576301" cy="103050"/>
            <a:chOff x="284163" y="1577847"/>
            <a:chExt cx="8576301" cy="137400"/>
          </a:xfrm>
        </p:grpSpPr>
        <p:sp>
          <p:nvSpPr>
            <p:cNvPr id="112" name="Google Shape;112;p25"/>
            <p:cNvSpPr/>
            <p:nvPr/>
          </p:nvSpPr>
          <p:spPr>
            <a:xfrm>
              <a:off x="284163" y="1577847"/>
              <a:ext cx="1600200" cy="13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5"/>
            <p:cNvSpPr/>
            <p:nvPr/>
          </p:nvSpPr>
          <p:spPr>
            <a:xfrm>
              <a:off x="1885174" y="1577847"/>
              <a:ext cx="2743200" cy="137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5"/>
            <p:cNvSpPr/>
            <p:nvPr/>
          </p:nvSpPr>
          <p:spPr>
            <a:xfrm>
              <a:off x="4626864" y="1577847"/>
              <a:ext cx="4233600" cy="137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5" name="Google Shape;115;p25"/>
          <p:cNvSpPr txBox="1"/>
          <p:nvPr>
            <p:ph type="title"/>
          </p:nvPr>
        </p:nvSpPr>
        <p:spPr>
          <a:xfrm>
            <a:off x="284164" y="472787"/>
            <a:ext cx="8574000" cy="725700"/>
          </a:xfrm>
          <a:prstGeom prst="rect">
            <a:avLst/>
          </a:prstGeom>
          <a:solidFill>
            <a:srgbClr val="262626">
              <a:alpha val="6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16" name="Google Shape;116;p25"/>
          <p:cNvSpPr txBox="1"/>
          <p:nvPr>
            <p:ph idx="1" type="body"/>
          </p:nvPr>
        </p:nvSpPr>
        <p:spPr>
          <a:xfrm>
            <a:off x="1781504" y="1600200"/>
            <a:ext cx="7076700" cy="29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rtl="0" algn="l">
              <a:spcBef>
                <a:spcPts val="2000"/>
              </a:spcBef>
              <a:spcAft>
                <a:spcPts val="0"/>
              </a:spcAft>
              <a:buSzPts val="1620"/>
              <a:buChar char="●"/>
              <a:defRPr/>
            </a:lvl1pPr>
            <a:lvl2pPr indent="-331470" lvl="1" marL="914400" rtl="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/>
            </a:lvl2pPr>
            <a:lvl3pPr indent="-331470" lvl="2" marL="1371600" rtl="0" algn="l">
              <a:spcBef>
                <a:spcPts val="1600"/>
              </a:spcBef>
              <a:spcAft>
                <a:spcPts val="0"/>
              </a:spcAft>
              <a:buSzPts val="1620"/>
              <a:buChar char="■"/>
              <a:defRPr/>
            </a:lvl3pPr>
            <a:lvl4pPr indent="-331470" lvl="3" marL="1828800" rtl="0" algn="l">
              <a:spcBef>
                <a:spcPts val="1600"/>
              </a:spcBef>
              <a:spcAft>
                <a:spcPts val="0"/>
              </a:spcAft>
              <a:buSzPts val="1620"/>
              <a:buChar char="●"/>
              <a:defRPr/>
            </a:lvl4pPr>
            <a:lvl5pPr indent="-331470" lvl="4" marL="2286000" rtl="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/>
            </a:lvl5pPr>
            <a:lvl6pPr indent="-331470" lvl="5" marL="2743200" rtl="0" algn="l">
              <a:spcBef>
                <a:spcPts val="1600"/>
              </a:spcBef>
              <a:spcAft>
                <a:spcPts val="0"/>
              </a:spcAft>
              <a:buSzPts val="1620"/>
              <a:buChar char="■"/>
              <a:defRPr/>
            </a:lvl6pPr>
            <a:lvl7pPr indent="-331470" lvl="6" marL="3200400" rtl="0" algn="l">
              <a:spcBef>
                <a:spcPts val="1600"/>
              </a:spcBef>
              <a:spcAft>
                <a:spcPts val="0"/>
              </a:spcAft>
              <a:buSzPts val="1620"/>
              <a:buChar char="●"/>
              <a:defRPr/>
            </a:lvl7pPr>
            <a:lvl8pPr indent="-331470" lvl="7" marL="3657600" rtl="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/>
            </a:lvl8pPr>
            <a:lvl9pPr indent="-331470" lvl="8" marL="4114800" rtl="0" algn="l">
              <a:spcBef>
                <a:spcPts val="1600"/>
              </a:spcBef>
              <a:spcAft>
                <a:spcPts val="1600"/>
              </a:spcAft>
              <a:buSzPts val="1620"/>
              <a:buChar char="■"/>
              <a:defRPr/>
            </a:lvl9pPr>
          </a:lstStyle>
          <a:p/>
        </p:txBody>
      </p:sp>
      <p:sp>
        <p:nvSpPr>
          <p:cNvPr id="117" name="Google Shape;117;p25"/>
          <p:cNvSpPr txBox="1"/>
          <p:nvPr>
            <p:ph idx="10" type="dt"/>
          </p:nvPr>
        </p:nvSpPr>
        <p:spPr>
          <a:xfrm>
            <a:off x="6794936" y="482777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5"/>
          <p:cNvSpPr txBox="1"/>
          <p:nvPr>
            <p:ph idx="11" type="ftr"/>
          </p:nvPr>
        </p:nvSpPr>
        <p:spPr>
          <a:xfrm>
            <a:off x="199698" y="4827775"/>
            <a:ext cx="6124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5"/>
          <p:cNvSpPr txBox="1"/>
          <p:nvPr>
            <p:ph idx="12" type="sldNum"/>
          </p:nvPr>
        </p:nvSpPr>
        <p:spPr>
          <a:xfrm>
            <a:off x="8306460" y="125510"/>
            <a:ext cx="6306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6"/>
          <p:cNvSpPr/>
          <p:nvPr/>
        </p:nvSpPr>
        <p:spPr>
          <a:xfrm>
            <a:off x="284164" y="341830"/>
            <a:ext cx="8574000" cy="850500"/>
          </a:xfrm>
          <a:prstGeom prst="rect">
            <a:avLst/>
          </a:prstGeom>
          <a:solidFill>
            <a:srgbClr val="262626">
              <a:alpha val="6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2" name="Google Shape;122;p26"/>
          <p:cNvGrpSpPr/>
          <p:nvPr/>
        </p:nvGrpSpPr>
        <p:grpSpPr>
          <a:xfrm>
            <a:off x="284164" y="1183387"/>
            <a:ext cx="8576301" cy="103050"/>
            <a:chOff x="284163" y="1577847"/>
            <a:chExt cx="8576301" cy="137400"/>
          </a:xfrm>
        </p:grpSpPr>
        <p:sp>
          <p:nvSpPr>
            <p:cNvPr id="123" name="Google Shape;123;p26"/>
            <p:cNvSpPr/>
            <p:nvPr/>
          </p:nvSpPr>
          <p:spPr>
            <a:xfrm>
              <a:off x="284163" y="1577847"/>
              <a:ext cx="1600200" cy="13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26"/>
            <p:cNvSpPr/>
            <p:nvPr/>
          </p:nvSpPr>
          <p:spPr>
            <a:xfrm>
              <a:off x="1885174" y="1577847"/>
              <a:ext cx="2743200" cy="137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26"/>
            <p:cNvSpPr/>
            <p:nvPr/>
          </p:nvSpPr>
          <p:spPr>
            <a:xfrm>
              <a:off x="4626864" y="1577847"/>
              <a:ext cx="4233600" cy="137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" name="Google Shape;126;p26"/>
          <p:cNvSpPr txBox="1"/>
          <p:nvPr>
            <p:ph type="title"/>
          </p:nvPr>
        </p:nvSpPr>
        <p:spPr>
          <a:xfrm>
            <a:off x="284164" y="472787"/>
            <a:ext cx="8574000" cy="725700"/>
          </a:xfrm>
          <a:prstGeom prst="rect">
            <a:avLst/>
          </a:prstGeom>
          <a:solidFill>
            <a:srgbClr val="262626">
              <a:alpha val="6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27" name="Google Shape;127;p26"/>
          <p:cNvSpPr txBox="1"/>
          <p:nvPr>
            <p:ph idx="1" type="body"/>
          </p:nvPr>
        </p:nvSpPr>
        <p:spPr>
          <a:xfrm>
            <a:off x="403412" y="1613298"/>
            <a:ext cx="3931800" cy="29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4330" lvl="0" marL="457200" rtl="0" algn="l">
              <a:spcBef>
                <a:spcPts val="2000"/>
              </a:spcBef>
              <a:spcAft>
                <a:spcPts val="0"/>
              </a:spcAft>
              <a:buSzPts val="1980"/>
              <a:buChar char="●"/>
              <a:defRPr sz="2200"/>
            </a:lvl1pPr>
            <a:lvl2pPr indent="-342900" lvl="1" marL="914400" rtl="0" algn="l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2000"/>
            </a:lvl2pPr>
            <a:lvl3pPr indent="-331470" lvl="2" marL="1371600" rtl="0" algn="l">
              <a:spcBef>
                <a:spcPts val="1600"/>
              </a:spcBef>
              <a:spcAft>
                <a:spcPts val="0"/>
              </a:spcAft>
              <a:buSzPts val="1620"/>
              <a:buChar char="■"/>
              <a:defRPr sz="1800"/>
            </a:lvl3pPr>
            <a:lvl4pPr indent="-331470" lvl="3" marL="1828800" rtl="0" algn="l">
              <a:spcBef>
                <a:spcPts val="1600"/>
              </a:spcBef>
              <a:spcAft>
                <a:spcPts val="0"/>
              </a:spcAft>
              <a:buSzPts val="1620"/>
              <a:buChar char="●"/>
              <a:defRPr sz="1800"/>
            </a:lvl4pPr>
            <a:lvl5pPr indent="-331470" lvl="4" marL="2286000" rtl="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 sz="1800"/>
            </a:lvl5pPr>
            <a:lvl6pPr indent="-331470" lvl="5" marL="2743200" rtl="0" algn="l">
              <a:spcBef>
                <a:spcPts val="1600"/>
              </a:spcBef>
              <a:spcAft>
                <a:spcPts val="0"/>
              </a:spcAft>
              <a:buSzPts val="1620"/>
              <a:buChar char="■"/>
              <a:defRPr sz="1800"/>
            </a:lvl6pPr>
            <a:lvl7pPr indent="-331470" lvl="6" marL="3200400" rtl="0" algn="l">
              <a:spcBef>
                <a:spcPts val="1600"/>
              </a:spcBef>
              <a:spcAft>
                <a:spcPts val="0"/>
              </a:spcAft>
              <a:buSzPts val="1620"/>
              <a:buChar char="●"/>
              <a:defRPr sz="1800"/>
            </a:lvl7pPr>
            <a:lvl8pPr indent="-331470" lvl="7" marL="3657600" rtl="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 sz="1800"/>
            </a:lvl8pPr>
            <a:lvl9pPr indent="-331470" lvl="8" marL="4114800" rtl="0" algn="l">
              <a:spcBef>
                <a:spcPts val="1600"/>
              </a:spcBef>
              <a:spcAft>
                <a:spcPts val="1600"/>
              </a:spcAft>
              <a:buSzPts val="1620"/>
              <a:buChar char="■"/>
              <a:defRPr sz="1800"/>
            </a:lvl9pPr>
          </a:lstStyle>
          <a:p/>
        </p:txBody>
      </p:sp>
      <p:sp>
        <p:nvSpPr>
          <p:cNvPr id="128" name="Google Shape;128;p26"/>
          <p:cNvSpPr txBox="1"/>
          <p:nvPr>
            <p:ph idx="2" type="body"/>
          </p:nvPr>
        </p:nvSpPr>
        <p:spPr>
          <a:xfrm>
            <a:off x="4778188" y="1613298"/>
            <a:ext cx="3931800" cy="29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4330" lvl="0" marL="457200" rtl="0" algn="l">
              <a:spcBef>
                <a:spcPts val="2000"/>
              </a:spcBef>
              <a:spcAft>
                <a:spcPts val="0"/>
              </a:spcAft>
              <a:buSzPts val="1980"/>
              <a:buChar char="●"/>
              <a:defRPr sz="2200"/>
            </a:lvl1pPr>
            <a:lvl2pPr indent="-342900" lvl="1" marL="914400" rtl="0" algn="l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2000"/>
            </a:lvl2pPr>
            <a:lvl3pPr indent="-331470" lvl="2" marL="1371600" rtl="0" algn="l">
              <a:spcBef>
                <a:spcPts val="1600"/>
              </a:spcBef>
              <a:spcAft>
                <a:spcPts val="0"/>
              </a:spcAft>
              <a:buSzPts val="1620"/>
              <a:buChar char="■"/>
              <a:defRPr sz="1800"/>
            </a:lvl3pPr>
            <a:lvl4pPr indent="-331470" lvl="3" marL="1828800" rtl="0" algn="l">
              <a:spcBef>
                <a:spcPts val="1600"/>
              </a:spcBef>
              <a:spcAft>
                <a:spcPts val="0"/>
              </a:spcAft>
              <a:buSzPts val="1620"/>
              <a:buChar char="●"/>
              <a:defRPr sz="1800"/>
            </a:lvl4pPr>
            <a:lvl5pPr indent="-331470" lvl="4" marL="2286000" rtl="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 sz="1800"/>
            </a:lvl5pPr>
            <a:lvl6pPr indent="-331470" lvl="5" marL="2743200" rtl="0" algn="l">
              <a:spcBef>
                <a:spcPts val="1600"/>
              </a:spcBef>
              <a:spcAft>
                <a:spcPts val="0"/>
              </a:spcAft>
              <a:buSzPts val="1620"/>
              <a:buChar char="■"/>
              <a:defRPr sz="1800"/>
            </a:lvl6pPr>
            <a:lvl7pPr indent="-331470" lvl="6" marL="3200400" rtl="0" algn="l">
              <a:spcBef>
                <a:spcPts val="1600"/>
              </a:spcBef>
              <a:spcAft>
                <a:spcPts val="0"/>
              </a:spcAft>
              <a:buSzPts val="1620"/>
              <a:buChar char="●"/>
              <a:defRPr sz="1800"/>
            </a:lvl7pPr>
            <a:lvl8pPr indent="-331470" lvl="7" marL="3657600" rtl="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 sz="1800"/>
            </a:lvl8pPr>
            <a:lvl9pPr indent="-331470" lvl="8" marL="4114800" rtl="0" algn="l">
              <a:spcBef>
                <a:spcPts val="1600"/>
              </a:spcBef>
              <a:spcAft>
                <a:spcPts val="1600"/>
              </a:spcAft>
              <a:buSzPts val="1620"/>
              <a:buChar char="■"/>
              <a:defRPr sz="1800"/>
            </a:lvl9pPr>
          </a:lstStyle>
          <a:p/>
        </p:txBody>
      </p:sp>
      <p:sp>
        <p:nvSpPr>
          <p:cNvPr id="129" name="Google Shape;129;p26"/>
          <p:cNvSpPr txBox="1"/>
          <p:nvPr>
            <p:ph idx="10" type="dt"/>
          </p:nvPr>
        </p:nvSpPr>
        <p:spPr>
          <a:xfrm>
            <a:off x="6794936" y="482777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6"/>
          <p:cNvSpPr txBox="1"/>
          <p:nvPr>
            <p:ph idx="11" type="ftr"/>
          </p:nvPr>
        </p:nvSpPr>
        <p:spPr>
          <a:xfrm>
            <a:off x="199698" y="4827775"/>
            <a:ext cx="6124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6"/>
          <p:cNvSpPr txBox="1"/>
          <p:nvPr>
            <p:ph idx="12" type="sldNum"/>
          </p:nvPr>
        </p:nvSpPr>
        <p:spPr>
          <a:xfrm>
            <a:off x="8306460" y="125510"/>
            <a:ext cx="6306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lue-gold">
    <p:bg>
      <p:bgPr>
        <a:solidFill>
          <a:srgbClr val="006F85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  <a:defRPr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3" Type="http://schemas.openxmlformats.org/officeDocument/2006/relationships/image" Target="../media/image4.jpg"/></Relationships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0"/>
          <p:cNvSpPr txBox="1"/>
          <p:nvPr/>
        </p:nvSpPr>
        <p:spPr>
          <a:xfrm>
            <a:off x="86575" y="0"/>
            <a:ext cx="5653500" cy="45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>
                <a:solidFill>
                  <a:srgbClr val="FF0000"/>
                </a:solidFill>
              </a:rPr>
              <a:t>❤️</a:t>
            </a:r>
            <a:r>
              <a:rPr b="1" lang="en" sz="3300">
                <a:highlight>
                  <a:srgbClr val="FFFF00"/>
                </a:highlight>
                <a:latin typeface="Lexend Deca"/>
                <a:ea typeface="Lexend Deca"/>
                <a:cs typeface="Lexend Deca"/>
                <a:sym typeface="Lexend Deca"/>
              </a:rPr>
              <a:t>12</a:t>
            </a:r>
            <a:r>
              <a:rPr b="1" lang="en" sz="3300">
                <a:highlight>
                  <a:srgbClr val="FFFF00"/>
                </a:highlight>
                <a:latin typeface="Lexend Deca"/>
                <a:ea typeface="Lexend Deca"/>
                <a:cs typeface="Lexend Deca"/>
                <a:sym typeface="Lexend Deca"/>
              </a:rPr>
              <a:t>月份生日的家人們</a:t>
            </a:r>
            <a:r>
              <a:rPr lang="en" sz="4600">
                <a:solidFill>
                  <a:srgbClr val="FF0000"/>
                </a:solidFill>
              </a:rPr>
              <a:t>❤️</a:t>
            </a:r>
            <a:endParaRPr b="1" sz="3100">
              <a:highlight>
                <a:srgbClr val="FFFF00"/>
              </a:highlight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highlight>
                  <a:srgbClr val="FF9200"/>
                </a:highlight>
                <a:latin typeface="DFKai-SB"/>
                <a:ea typeface="DFKai-SB"/>
                <a:cs typeface="DFKai-SB"/>
                <a:sym typeface="DFKai-SB"/>
              </a:rPr>
              <a:t>賴建平   于向東   </a:t>
            </a:r>
            <a:r>
              <a:rPr b="1" lang="en" sz="3100">
                <a:solidFill>
                  <a:schemeClr val="dk2"/>
                </a:solidFill>
                <a:highlight>
                  <a:srgbClr val="FF9200"/>
                </a:highlight>
                <a:latin typeface="DFKai-SB"/>
                <a:ea typeface="DFKai-SB"/>
                <a:cs typeface="DFKai-SB"/>
                <a:sym typeface="DFKai-SB"/>
              </a:rPr>
              <a:t>王燕群</a:t>
            </a:r>
            <a:r>
              <a:rPr b="1" lang="en" sz="3100">
                <a:highlight>
                  <a:srgbClr val="93C47D"/>
                </a:highlight>
                <a:latin typeface="DFKai-SB"/>
                <a:ea typeface="DFKai-SB"/>
                <a:cs typeface="DFKai-SB"/>
                <a:sym typeface="DFKai-SB"/>
              </a:rPr>
              <a:t>   </a:t>
            </a:r>
            <a:endParaRPr b="1" sz="3100">
              <a:highlight>
                <a:srgbClr val="93C47D"/>
              </a:highlight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rtl="0" algn="l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3100">
                <a:highlight>
                  <a:srgbClr val="00FF00"/>
                </a:highlight>
                <a:latin typeface="DFKai-SB"/>
                <a:ea typeface="DFKai-SB"/>
                <a:cs typeface="DFKai-SB"/>
                <a:sym typeface="DFKai-SB"/>
              </a:rPr>
              <a:t>陳維萱   李珍妮(</a:t>
            </a:r>
            <a:r>
              <a:rPr b="1" lang="en" sz="3100">
                <a:highlight>
                  <a:srgbClr val="00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Jenny</a:t>
            </a:r>
            <a:r>
              <a:rPr b="1" lang="en" sz="3100">
                <a:highlight>
                  <a:srgbClr val="00FF00"/>
                </a:highlight>
                <a:latin typeface="DFKai-SB"/>
                <a:ea typeface="DFKai-SB"/>
                <a:cs typeface="DFKai-SB"/>
                <a:sym typeface="DFKai-SB"/>
              </a:rPr>
              <a:t>)</a:t>
            </a:r>
            <a:endParaRPr b="1" sz="3100">
              <a:highlight>
                <a:srgbClr val="00FF00"/>
              </a:highlight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rtl="0" algn="l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3000">
                <a:highlight>
                  <a:srgbClr val="00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Shireen</a:t>
            </a:r>
            <a:r>
              <a:rPr b="1" lang="en" sz="3100">
                <a:highlight>
                  <a:srgbClr val="00FFFF"/>
                </a:highlight>
                <a:latin typeface="DFKai-SB"/>
                <a:ea typeface="DFKai-SB"/>
                <a:cs typeface="DFKai-SB"/>
                <a:sym typeface="DFKai-SB"/>
              </a:rPr>
              <a:t>麗婷   </a:t>
            </a:r>
            <a:r>
              <a:rPr b="1" lang="en" sz="3100">
                <a:highlight>
                  <a:srgbClr val="00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Annie Wu</a:t>
            </a:r>
            <a:endParaRPr b="1" sz="3100">
              <a:highlight>
                <a:srgbClr val="00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3100">
                <a:highlight>
                  <a:srgbClr val="FF00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Helen </a:t>
            </a:r>
            <a:r>
              <a:rPr b="1" lang="en" sz="3100">
                <a:highlight>
                  <a:srgbClr val="FF0000"/>
                </a:highlight>
                <a:latin typeface="DFKai-SB"/>
                <a:ea typeface="DFKai-SB"/>
                <a:cs typeface="DFKai-SB"/>
                <a:sym typeface="DFKai-SB"/>
              </a:rPr>
              <a:t>趙鳳蘭</a:t>
            </a:r>
            <a:endParaRPr sz="2800">
              <a:solidFill>
                <a:srgbClr val="3333CC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CC0000"/>
                </a:solidFill>
                <a:highlight>
                  <a:srgbClr val="FFFFFF"/>
                </a:highlight>
                <a:latin typeface="Microsoft JhengHei"/>
                <a:ea typeface="Microsoft JhengHei"/>
                <a:cs typeface="Microsoft JhengHei"/>
                <a:sym typeface="Microsoft JhengHei"/>
              </a:rPr>
              <a:t>我們將在午餐聚會時</a:t>
            </a:r>
            <a:r>
              <a:rPr b="1" lang="en" sz="3000">
                <a:solidFill>
                  <a:srgbClr val="CC0000"/>
                </a:solidFill>
                <a:highlight>
                  <a:srgbClr val="FFFFFF"/>
                </a:highlight>
                <a:latin typeface="Microsoft JhengHei"/>
                <a:ea typeface="Microsoft JhengHei"/>
                <a:cs typeface="Microsoft JhengHei"/>
                <a:sym typeface="Microsoft JhengHei"/>
              </a:rPr>
              <a:t>唱生日歌</a:t>
            </a:r>
            <a:endParaRPr b="1" sz="3000">
              <a:solidFill>
                <a:srgbClr val="CC0000"/>
              </a:solidFill>
              <a:highlight>
                <a:srgbClr val="FFFFFF"/>
              </a:highlight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CC0000"/>
                </a:solidFill>
                <a:highlight>
                  <a:srgbClr val="FFFFFF"/>
                </a:highlight>
                <a:latin typeface="Microsoft JhengHei"/>
                <a:ea typeface="Microsoft JhengHei"/>
                <a:cs typeface="Microsoft JhengHei"/>
                <a:sym typeface="Microsoft JhengHei"/>
              </a:rPr>
              <a:t>禱告祝福與享用生日蛋糕</a:t>
            </a:r>
            <a:r>
              <a:rPr b="1" lang="en" sz="2600">
                <a:highlight>
                  <a:srgbClr val="FFFFFF"/>
                </a:highlight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endParaRPr b="1" sz="2600">
              <a:highlight>
                <a:srgbClr val="FFFFFF"/>
              </a:highlight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lue &amp; Gold">
  <a:themeElements>
    <a:clrScheme name="Blue &amp; Gold">
      <a:dk1>
        <a:srgbClr val="FFFFFF"/>
      </a:dk1>
      <a:lt1>
        <a:srgbClr val="01AFD1"/>
      </a:lt1>
      <a:dk2>
        <a:srgbClr val="1E2D31"/>
      </a:dk2>
      <a:lt2>
        <a:srgbClr val="BFC7CA"/>
      </a:lt2>
      <a:accent1>
        <a:srgbClr val="006F85"/>
      </a:accent1>
      <a:accent2>
        <a:srgbClr val="AF4345"/>
      </a:accent2>
      <a:accent3>
        <a:srgbClr val="47D06A"/>
      </a:accent3>
      <a:accent4>
        <a:srgbClr val="F58F8F"/>
      </a:accent4>
      <a:accent5>
        <a:srgbClr val="F6CD4C"/>
      </a:accent5>
      <a:accent6>
        <a:srgbClr val="F8E71C"/>
      </a:accent6>
      <a:hlink>
        <a:srgbClr val="F6CD4C"/>
      </a:hlink>
      <a:folHlink>
        <a:srgbClr val="F6CD4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