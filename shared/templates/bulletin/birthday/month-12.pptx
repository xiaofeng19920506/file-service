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  <Override PartName="/ppt/slides/slide50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8" r:id="rId5"/>
    <p:sldMasterId id="2147483689" r:id="rId6"/>
    <p:sldMasterId id="2147483690" r:id="rId7"/>
  </p:sldMasterIdLst>
  <p:notesMasterIdLst>
    <p:notesMasterId r:id="rId8"/>
  </p:notesMasterIdLst>
  <p:sldIdLst>
    <p:sldId id="305" r:id="rId80"/>
  </p:sldIdLst>
  <p:sldSz cy="5143500" cx="9144000"/>
  <p:notesSz cx="6858000" cy="9144000"/>
  <p:embeddedFontLst>
    <p:embeddedFont>
      <p:font typeface="Roboto Slab"/>
      <p:regular r:id="rId47"/>
      <p:bold r:id="rId48"/>
    </p:embeddedFont>
    <p:embeddedFont>
      <p:font typeface="Pinyon Script"/>
      <p:regular r:id="rId49"/>
    </p:embeddedFont>
    <p:embeddedFont>
      <p:font typeface="Roboto"/>
      <p:regular r:id="rId50"/>
      <p:bold r:id="rId51"/>
      <p:italic r:id="rId52"/>
      <p:boldItalic r:id="rId53"/>
    </p:embeddedFont>
    <p:embeddedFont>
      <p:font typeface="Playfair Display"/>
      <p:regular r:id="rId54"/>
      <p:bold r:id="rId55"/>
      <p:italic r:id="rId56"/>
      <p:boldItalic r:id="rId57"/>
    </p:embeddedFont>
    <p:embeddedFont>
      <p:font typeface="Lato"/>
      <p:regular r:id="rId58"/>
      <p:bold r:id="rId59"/>
      <p:italic r:id="rId60"/>
      <p:boldItalic r:id="rId61"/>
    </p:embeddedFont>
    <p:embeddedFont>
      <p:font typeface="Great Vibes"/>
      <p:regular r:id="rId62"/>
    </p:embeddedFont>
    <p:embeddedFont>
      <p:font typeface="Corbel"/>
      <p:regular r:id="rId63"/>
      <p:bold r:id="rId64"/>
      <p:italic r:id="rId65"/>
      <p:boldItalic r:id="rId66"/>
    </p:embeddedFont>
    <p:embeddedFont>
      <p:font typeface="Lexend Deca"/>
      <p:regular r:id="rId67"/>
      <p:bold r:id="rId6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  <p15:guide id="3" pos="180">
          <p15:clr>
            <a:srgbClr val="9AA0A6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Siting Zhou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  <p:guide pos="1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48" Type="http://schemas.openxmlformats.org/officeDocument/2006/relationships/font" Target="fonts/RobotoSlab-bold.fntdata"/><Relationship Id="rId47" Type="http://schemas.openxmlformats.org/officeDocument/2006/relationships/font" Target="fonts/RobotoSlab-regular.fntdata"/><Relationship Id="rId49" Type="http://schemas.openxmlformats.org/officeDocument/2006/relationships/font" Target="fonts/PinyonScript-regular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62" Type="http://schemas.openxmlformats.org/officeDocument/2006/relationships/font" Target="fonts/GreatVibes-regular.fntdata"/><Relationship Id="rId61" Type="http://schemas.openxmlformats.org/officeDocument/2006/relationships/font" Target="fonts/Lato-boldItalic.fntdata"/><Relationship Id="rId64" Type="http://schemas.openxmlformats.org/officeDocument/2006/relationships/font" Target="fonts/Corbel-bold.fntdata"/><Relationship Id="rId63" Type="http://schemas.openxmlformats.org/officeDocument/2006/relationships/font" Target="fonts/Corbel-regular.fntdata"/><Relationship Id="rId66" Type="http://schemas.openxmlformats.org/officeDocument/2006/relationships/font" Target="fonts/Corbel-boldItalic.fntdata"/><Relationship Id="rId65" Type="http://schemas.openxmlformats.org/officeDocument/2006/relationships/font" Target="fonts/Corbel-italic.fntdata"/><Relationship Id="rId68" Type="http://schemas.openxmlformats.org/officeDocument/2006/relationships/font" Target="fonts/LexendDeca-bold.fntdata"/><Relationship Id="rId67" Type="http://schemas.openxmlformats.org/officeDocument/2006/relationships/font" Target="fonts/LexendDeca-regular.fntdata"/><Relationship Id="rId60" Type="http://schemas.openxmlformats.org/officeDocument/2006/relationships/font" Target="fonts/Lato-italic.fntdata"/><Relationship Id="rId51" Type="http://schemas.openxmlformats.org/officeDocument/2006/relationships/font" Target="fonts/Roboto-bold.fntdata"/><Relationship Id="rId50" Type="http://schemas.openxmlformats.org/officeDocument/2006/relationships/font" Target="fonts/Roboto-regular.fntdata"/><Relationship Id="rId53" Type="http://schemas.openxmlformats.org/officeDocument/2006/relationships/font" Target="fonts/Roboto-boldItalic.fntdata"/><Relationship Id="rId52" Type="http://schemas.openxmlformats.org/officeDocument/2006/relationships/font" Target="fonts/Roboto-italic.fntdata"/><Relationship Id="rId55" Type="http://schemas.openxmlformats.org/officeDocument/2006/relationships/font" Target="fonts/PlayfairDisplay-bold.fntdata"/><Relationship Id="rId54" Type="http://schemas.openxmlformats.org/officeDocument/2006/relationships/font" Target="fonts/PlayfairDisplay-regular.fntdata"/><Relationship Id="rId57" Type="http://schemas.openxmlformats.org/officeDocument/2006/relationships/font" Target="fonts/PlayfairDisplay-boldItalic.fntdata"/><Relationship Id="rId56" Type="http://schemas.openxmlformats.org/officeDocument/2006/relationships/font" Target="fonts/PlayfairDisplay-italic.fntdata"/><Relationship Id="rId59" Type="http://schemas.openxmlformats.org/officeDocument/2006/relationships/font" Target="fonts/Lato-bold.fntdata"/><Relationship Id="rId58" Type="http://schemas.openxmlformats.org/officeDocument/2006/relationships/font" Target="fonts/Lato-regular.fntdata"/><Relationship Id="rId80" Type="http://schemas.openxmlformats.org/officeDocument/2006/relationships/slide" Target="slides/slide50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6-13T01:59:55.049">
    <p:pos x="0" y="0"/>
    <p:text>@georgelu777@gmail.com,
@glu777@yahoo.com
_Assigned to georgelu777@gmail.com_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" name="Google Shape;13;p2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3" name="Google Shape;23;p4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" name="Google Shape;24;p4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Google Shape;28;p5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" name="Google Shape;29;p5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5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oogle Shape;37;p7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" name="Google Shape;38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8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5" name="Google Shape;4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8" name="Google Shape;4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" name="Google Shape;49;p9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0" name="Google Shape;50;p9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5" name="Google Shape;5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1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1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3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13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67" name="Google Shape;67;p13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68;p13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69;p13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0" name="Google Shape;70;p13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71" name="Google Shape;71;p13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72" name="Google Shape;72;p13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3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4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7" name="Google Shape;77;p14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78" name="Google Shape;78;p14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79;p14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0;p14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1" name="Google Shape;81;p14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83" name="Google Shape;83;p14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84" name="Google Shape;84;p14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4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4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/>
          <p:nvPr/>
        </p:nvSpPr>
        <p:spPr>
          <a:xfrm>
            <a:off x="1524800" y="672606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3" name="Google Shape;93;p16"/>
          <p:cNvSpPr/>
          <p:nvPr/>
        </p:nvSpPr>
        <p:spPr>
          <a:xfrm rot="10800000">
            <a:off x="6537563" y="33429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cxnSp>
        <p:nvCxnSpPr>
          <p:cNvPr id="94" name="Google Shape;94;p16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" name="Google Shape;95;p16"/>
          <p:cNvSpPr txBox="1"/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96" name="Google Shape;96;p16"/>
          <p:cNvSpPr txBox="1"/>
          <p:nvPr>
            <p:ph idx="1" type="subTitle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97" name="Google Shape;97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Google Shape;99;p17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" name="Google Shape;100;p17"/>
          <p:cNvSpPr txBox="1"/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01" name="Google Shape;101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Google Shape;103;p18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" name="Google Shape;104;p18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05" name="Google Shape;105;p18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6" name="Google Shape;106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8" name="Google Shape;108;p19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" name="Google Shape;109;p19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0" name="Google Shape;110;p19"/>
          <p:cNvSpPr txBox="1"/>
          <p:nvPr>
            <p:ph idx="1" type="body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1" name="Google Shape;111;p19"/>
          <p:cNvSpPr txBox="1"/>
          <p:nvPr>
            <p:ph idx="2" type="body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2" name="Google Shape;112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5" name="Google Shape;115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Google Shape;117;p21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8" name="Google Shape;118;p21"/>
          <p:cNvSpPr txBox="1"/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9" name="Google Shape;119;p21"/>
          <p:cNvSpPr txBox="1"/>
          <p:nvPr>
            <p:ph idx="1" type="body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0" name="Google Shape;12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2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23" name="Google Shape;123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3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6" name="Google Shape;126;p23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cap="flat" cmpd="sng" w="381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" name="Google Shape;127;p23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128" name="Google Shape;128;p23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/>
        </p:txBody>
      </p:sp>
      <p:sp>
        <p:nvSpPr>
          <p:cNvPr id="129" name="Google Shape;129;p23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0" name="Google Shape;13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4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/>
        </p:txBody>
      </p:sp>
      <p:sp>
        <p:nvSpPr>
          <p:cNvPr id="133" name="Google Shape;133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5"/>
          <p:cNvSpPr txBox="1"/>
          <p:nvPr>
            <p:ph hasCustomPrompt="1" type="title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7" name="Google Shape;137;p25"/>
          <p:cNvSpPr txBox="1"/>
          <p:nvPr>
            <p:ph idx="1" type="body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8" name="Google Shape;13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7"/>
          <p:cNvSpPr/>
          <p:nvPr/>
        </p:nvSpPr>
        <p:spPr>
          <a:xfrm>
            <a:off x="284164" y="341831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3" name="Google Shape;143;p27"/>
          <p:cNvGrpSpPr/>
          <p:nvPr/>
        </p:nvGrpSpPr>
        <p:grpSpPr>
          <a:xfrm>
            <a:off x="284164" y="1183388"/>
            <a:ext cx="8576301" cy="103050"/>
            <a:chOff x="284163" y="1577847"/>
            <a:chExt cx="8576301" cy="137400"/>
          </a:xfrm>
        </p:grpSpPr>
        <p:sp>
          <p:nvSpPr>
            <p:cNvPr id="144" name="Google Shape;144;p27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27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27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7" name="Google Shape;147;p27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33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48" name="Google Shape;148;p27"/>
          <p:cNvSpPr txBox="1"/>
          <p:nvPr>
            <p:ph idx="1" type="body"/>
          </p:nvPr>
        </p:nvSpPr>
        <p:spPr>
          <a:xfrm>
            <a:off x="1781504" y="1600201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3718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710"/>
              <a:buFont typeface="Noto Sans Symbols"/>
              <a:buChar char="↗"/>
              <a:defRPr b="0" i="0" sz="19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5755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004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0861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0861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0861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0861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9" name="Google Shape;149;p27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7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27"/>
          <p:cNvSpPr txBox="1"/>
          <p:nvPr>
            <p:ph idx="12" type="sldNum"/>
          </p:nvPr>
        </p:nvSpPr>
        <p:spPr>
          <a:xfrm>
            <a:off x="8306459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8"/>
          <p:cNvSpPr/>
          <p:nvPr/>
        </p:nvSpPr>
        <p:spPr>
          <a:xfrm>
            <a:off x="284164" y="341831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54" name="Google Shape;154;p28"/>
          <p:cNvGrpSpPr/>
          <p:nvPr/>
        </p:nvGrpSpPr>
        <p:grpSpPr>
          <a:xfrm>
            <a:off x="284164" y="1183388"/>
            <a:ext cx="8576301" cy="103050"/>
            <a:chOff x="284163" y="1577847"/>
            <a:chExt cx="8576301" cy="137400"/>
          </a:xfrm>
        </p:grpSpPr>
        <p:sp>
          <p:nvSpPr>
            <p:cNvPr id="155" name="Google Shape;155;p28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" name="Google Shape;156;p28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" name="Google Shape;157;p28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8" name="Google Shape;158;p28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33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59" name="Google Shape;159;p28"/>
          <p:cNvSpPr txBox="1"/>
          <p:nvPr>
            <p:ph idx="1" type="body"/>
          </p:nvPr>
        </p:nvSpPr>
        <p:spPr>
          <a:xfrm>
            <a:off x="403412" y="1301353"/>
            <a:ext cx="3931800" cy="6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ctr">
              <a:lnSpc>
                <a:spcPct val="100000"/>
              </a:lnSpc>
              <a:spcBef>
                <a:spcPts val="468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Noto Sans Symbols"/>
              <a:buNone/>
              <a:defRPr b="0" i="0" sz="2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0" name="Google Shape;160;p28"/>
          <p:cNvSpPr txBox="1"/>
          <p:nvPr>
            <p:ph idx="2" type="body"/>
          </p:nvPr>
        </p:nvSpPr>
        <p:spPr>
          <a:xfrm>
            <a:off x="403412" y="1943100"/>
            <a:ext cx="3931800" cy="26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575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004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861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718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718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718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718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1" name="Google Shape;161;p28"/>
          <p:cNvSpPr txBox="1"/>
          <p:nvPr>
            <p:ph idx="3" type="body"/>
          </p:nvPr>
        </p:nvSpPr>
        <p:spPr>
          <a:xfrm>
            <a:off x="4779495" y="1301353"/>
            <a:ext cx="3931800" cy="6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ctr">
              <a:lnSpc>
                <a:spcPct val="100000"/>
              </a:lnSpc>
              <a:spcBef>
                <a:spcPts val="468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Noto Sans Symbols"/>
              <a:buNone/>
              <a:defRPr b="0" i="0" sz="20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2" name="Google Shape;162;p28"/>
          <p:cNvSpPr txBox="1"/>
          <p:nvPr>
            <p:ph idx="4" type="body"/>
          </p:nvPr>
        </p:nvSpPr>
        <p:spPr>
          <a:xfrm>
            <a:off x="4779495" y="1943100"/>
            <a:ext cx="3931800" cy="26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575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004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861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718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718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718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718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3" name="Google Shape;163;p28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4" name="Google Shape;164;p28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28"/>
          <p:cNvSpPr txBox="1"/>
          <p:nvPr>
            <p:ph idx="12" type="sldNum"/>
          </p:nvPr>
        </p:nvSpPr>
        <p:spPr>
          <a:xfrm>
            <a:off x="8306459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9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8" name="Google Shape;168;p29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169" name="Google Shape;169;p29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29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71;p29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2" name="Google Shape;172;p29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42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73" name="Google Shape;173;p29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4330" lvl="0" marL="457200" marR="0" algn="l">
              <a:spcBef>
                <a:spcPts val="2000"/>
              </a:spcBef>
              <a:spcAft>
                <a:spcPts val="0"/>
              </a:spcAft>
              <a:buClr>
                <a:srgbClr val="A5A5A5"/>
              </a:buClr>
              <a:buSzPts val="1980"/>
              <a:buFont typeface="Noto Sans Symbols"/>
              <a:buChar char="↗"/>
              <a:defRPr b="0" i="0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Noto Sans Symbols"/>
              <a:buChar char="↗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147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147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147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3147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3147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3147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3147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4" name="Google Shape;174;p29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4330" lvl="0" marL="457200" marR="0" algn="l">
              <a:spcBef>
                <a:spcPts val="2000"/>
              </a:spcBef>
              <a:spcAft>
                <a:spcPts val="0"/>
              </a:spcAft>
              <a:buClr>
                <a:srgbClr val="A5A5A5"/>
              </a:buClr>
              <a:buSzPts val="1980"/>
              <a:buFont typeface="Noto Sans Symbols"/>
              <a:buChar char="↗"/>
              <a:defRPr b="0" i="0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Noto Sans Symbols"/>
              <a:buChar char="↗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147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147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147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3147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3147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3147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3147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5" name="Google Shape;175;p29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11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6" name="Google Shape;176;p29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11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7" name="Google Shape;177;p29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1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31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85" name="Google Shape;185;p31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6" name="Google Shape;186;p31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87" name="Google Shape;187;p31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8" name="Google Shape;188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2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32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3" name="Google Shape;193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96" name="Google Shape;196;p33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7" name="Google Shape;197;p33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9" name="Google Shape;199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" name="Google Shape;201;p34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" name="Google Shape;202;p34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3" name="Google Shape;203;p34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4" name="Google Shape;204;p34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5" name="Google Shape;205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5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8" name="Google Shape;208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0" name="Google Shape;210;p36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1" name="Google Shape;211;p36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12" name="Google Shape;212;p36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13" name="Google Shape;213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7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37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37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18" name="Google Shape;218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8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21" name="Google Shape;221;p38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" name="Google Shape;222;p38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23" name="Google Shape;223;p38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24" name="Google Shape;224;p38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25" name="Google Shape;225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28" name="Google Shape;228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0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40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40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3" name="Google Shape;233;p40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4" name="Google Shape;234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2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42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240" name="Google Shape;240;p42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1" name="Google Shape;241;p42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42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3" name="Google Shape;243;p42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44" name="Google Shape;244;p42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245" name="Google Shape;245;p42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6" name="Google Shape;246;p42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7" name="Google Shape;247;p42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3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0" name="Google Shape;250;p43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251" name="Google Shape;251;p43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2" name="Google Shape;252;p43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3" name="Google Shape;253;p43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4" name="Google Shape;254;p43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5" name="Google Shape;255;p43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256" name="Google Shape;256;p43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257" name="Google Shape;257;p43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8" name="Google Shape;258;p43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9" name="Google Shape;259;p43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5" Type="http://schemas.openxmlformats.org/officeDocument/2006/relationships/theme" Target="../theme/theme2.xml"/><Relationship Id="rId1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4" Type="http://schemas.openxmlformats.org/officeDocument/2006/relationships/theme" Target="../theme/theme3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chemeClr val="accent4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rina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89" name="Google Shape;89;p15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0" name="Google Shape;9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rgbClr val="006F85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0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81" name="Google Shape;181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0.xml.rels><?xml version="1.0" encoding="UTF-8" standalone="yes"?><Relationships xmlns="http://schemas.openxmlformats.org/package/2006/relationships"><Relationship Id="rId9001" Type="http://schemas.openxmlformats.org/officeDocument/2006/relationships/slideLayout" Target="../slideLayouts/slideLayout38.xml"/><Relationship Id="rId9003" Type="http://schemas.openxmlformats.org/officeDocument/2006/relationships/image" Target="../media/image13.jpg"/></Relationships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blipFill>
          <a:blip r:embed="rId9003">
            <a:alphaModFix/>
          </a:blip>
          <a:stretch>
            <a:fillRect/>
          </a:stretch>
        </a:blip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7"/>
          <p:cNvSpPr txBox="1"/>
          <p:nvPr/>
        </p:nvSpPr>
        <p:spPr>
          <a:xfrm>
            <a:off x="0" y="0"/>
            <a:ext cx="91440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600"/>
              <a:t>  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b="1" lang="en" sz="3300">
                <a:highlight>
                  <a:srgbClr val="FFFF00"/>
                </a:highlight>
                <a:latin typeface="Lexend Deca"/>
                <a:ea typeface="Lexend Deca"/>
                <a:cs typeface="Lexend Deca"/>
                <a:sym typeface="Lexend Deca"/>
              </a:rPr>
              <a:t>12月份生日的家人們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lang="en" sz="4600"/>
              <a:t> </a:t>
            </a:r>
            <a:endParaRPr sz="4600">
              <a:solidFill>
                <a:srgbClr val="FF0000"/>
              </a:solidFill>
            </a:endParaRPr>
          </a:p>
        </p:txBody>
      </p:sp>
      <p:sp>
        <p:nvSpPr>
          <p:cNvPr id="399" name="Birthday Name 0"/>
          <p:cNvSpPr txBox="1"/>
          <p:nvPr/>
        </p:nvSpPr>
        <p:spPr>
          <a:xfrm>
            <a:off x="298800" y="920000"/>
            <a:ext cx="8500000" cy="2800000"/>
          </a:xfrm>
          <a:prstGeom prst="rect">
            <a:avLst/>
          </a:prstGeom>
          <a:noFill/>
        </p:spPr>
        <p:txBody>
          <a:bodyPr wrap="none" anchor="ctr" lIns="45720" rIns="45720" tIns="0" bIns="0">
            <a:noAutofit/>
          </a:bodyPr>
          <a:lstStyle/>
          <a:p>
            <a:pPr algn="ctr" fontAlgn="ctr">
              <a:buNone/>
            </a:pPr>
            <a:r>
              <a:rPr b="1" lang="en" sz="3600">
                <a:solidFill>
                  <a:srgbClr val="4C1130"/>
                </a:solidFill>
                <a:highlight>
                  <a:schemeClr val="dk1"/>
                </a:highlight>
                <a:latin typeface="DFKai-SB"/>
                <a:ea typeface="DFKai-SB"/>
                <a:cs typeface="DFKai-SB"/>
                <a:sym typeface="DFKai-SB"/>
              </a:rPr>
              <a:t xml:space="preserve"> </a:t>
            </a:r>
            <a:endParaRPr b="1" sz="3600"/>
          </a:p>
        </p:txBody>
      </p:sp>
      <p:sp>
        <p:nvSpPr>
          <p:cNvPr id="400" name="Google Shape;400;p67"/>
          <p:cNvSpPr txBox="1"/>
          <p:nvPr/>
        </p:nvSpPr>
        <p:spPr>
          <a:xfrm>
            <a:off x="0" y="2037522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01" name="Google Shape;401;p67"/>
          <p:cNvSpPr txBox="1"/>
          <p:nvPr/>
        </p:nvSpPr>
        <p:spPr>
          <a:xfrm>
            <a:off x="228325" y="3894775"/>
            <a:ext cx="4893900" cy="96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chemeClr val="dk1"/>
                </a:highlight>
                <a:latin typeface="Lexend Deca"/>
                <a:ea typeface="Lexend Deca"/>
                <a:cs typeface="Lexend Deca"/>
                <a:sym typeface="Lexend Deca"/>
              </a:rPr>
              <a:t>我們將在午餐聚會時禱告祝福</a:t>
            </a:r>
            <a:endParaRPr b="1" sz="2800">
              <a:solidFill>
                <a:srgbClr val="FF0000"/>
              </a:solidFill>
              <a:highlight>
                <a:schemeClr val="dk1"/>
              </a:highlight>
              <a:latin typeface="Lexend Deca"/>
              <a:ea typeface="Lexend Deca"/>
              <a:cs typeface="Lexend Deca"/>
              <a:sym typeface="Lexend Deca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chemeClr val="dk1"/>
                </a:highlight>
                <a:latin typeface="Lexend Deca"/>
                <a:ea typeface="Lexend Deca"/>
                <a:cs typeface="Lexend Deca"/>
                <a:sym typeface="Lexend Deca"/>
              </a:rPr>
              <a:t> 唱生日歌與享用生日蛋糕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